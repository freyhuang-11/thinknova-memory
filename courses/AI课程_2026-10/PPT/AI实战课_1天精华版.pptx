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7fa7d8c0-c214-a3ae-ac0e-8926a1f1dc78}">
          <p14:sldIdLst>
            <p14:sldId id="256"/>
            <p14:sldId id="257"/>
            <p14:sldId id="258"/>
            <p14:sldId id="259"/>
          </p14:sldIdLst>
        </p14:section>
        <p14:section name="AI 是怎么工作的" id="{d2214879-e82c-0b6f-407d-28a3be9f53e3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必懂的 AI 核心概念" id="{63437ee7-45ef-a0a0-51ae-7eddb6f2309d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aude Code 与 Codex 上手" id="{24c3df8e-3440-fafa-6aab-9fc6d83f2a36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Claude Code 与 Codex 上手" id="{8a30aa15-0e88-7149-c9fb-16cfee4e7a3b}">
          <p14:sldIdLst/>
        </p14:section>
        <p14:section name="让 AI 守规矩" id="{584e74e2-559d-c525-c6a8-73e5e0cedc9e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搭建 AI 工作流" id="{23d5ae41-9b14-66d2-b15f-ac5421555238}">
          <p14:sldIdLst>
            <p14:sldId id="296"/>
            <p14:sldId id="297"/>
            <p14:sldId id="298"/>
            <p14:sldId id="299"/>
          </p14:sldIdLst>
        </p14:section>
        <p14:section name="实战：AI 漫剧与营销短视频" id="{2355a997-6d4e-0ce6-439a-254c7d6c727c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记得提交到 GitHub" id="{3f95e74f-46cc-29f1-4398-e15e5a1f4b6f}">
          <p14:sldIdLst>
            <p14:sldId id="312"/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总结与结业" id="{1aecf840-17d6-3662-3fae-47252e79e960}">
          <p14:sldIdLst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封面。自我介绍 2 分钟：我们是谁（ThinkNova，做 AI 营销视频的团队），为什么讲这堂课（我们每天都在用 AI 干活，踩过很多坑）。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 分钟。先说清今天的四个收获，让学员知道这不是一堂讲技术名词的课，而是一堂「学完能用」的课。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过一遍今天的安排。9:30 开始，17:00 结束，中午 75 分钟午休，下午有一次茶歇。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抛出主题：工具人人都能买到，差距在用法。可以问学员：你现在用 AI 主要做什么？大多数人的答案是「问问题」，今天要把它升级成「派活」。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1 部分：AI 是怎么工作的。从「聊天机器人」到「会干活的助手」。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核心认知：AI 的回答质量 = 模型能力 × 你给它的资料质量。第二项是我们能控制的。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逐个过一遍，每个配一个生活例子。重点强调「天生没记忆」，后面讲记忆和 GitHub 都会回到这一点。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这是信任 AI 的边界。强调「结论必须能回到真实数据」——这是我们团队的铁律。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用「老板和助理」比喻：AI 是出主意的老板，系统是跑腿的助理。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的关键词是「自主决定」：用哪个工具、用几次、什么时候停。如果每一步都是人写死的，那叫工作流，不叫 Agent。后面会对比。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这页是全课最实用的一张表，建议学员拍照。重点讲最后两行：很多人一出错就换模型，其实问题在自己的指令里。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2 部分：必懂的 AI 核心概念。Skills、Agent、Harness、MCP、RAG、Memory……一次讲清。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先给全景图，后面每个词都回到这张图上定位。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现场可以让学员把自己常用的一句提示词改写成具体版本。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举 ThinkNova 的例子：出一条视频的六个步骤是固定的工作流；但用 AI 去排查「为什么这条视频没声音」就是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 是把你的经验变成 AI 的标准动作。后面会教怎么用。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这是理解后面两个工具的钥匙：我们学的其实是两套「制度」怎么用。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非技术学员只要知道：想让 AI 连上某个软件，先问有没有它的 MCP。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比喻：开卷考试。常见坑：资料里新旧版本并存，AI 会查到旧的。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强调「记忆就是文件」，为 GitHub 模块埋伏笔。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这是「管住 AI」最硬的一层，第五模块会细讲。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收尾回到分层图，让学员能自己把词放回对应的层。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3 部分：Claude Code 与 Codex 上手。两个会自己动手的 AI 同事。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强调：不是程序员专用。我们团队的运营工作大量是用它完成的。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非技术学员建议从桌面 App 或网页版开始。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下一模块会给模板。重点：短、具体、写清红线。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建议：大事先用计划模式。「全部放行」日常不要开。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最常见的问题就是一个对话干一整天，越干越乱。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条全是我们日常在用的。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讲师现场操作，学员跟看。重点展示：方案 → 批准 → 执行 → 自检 → 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很多学员已经有 ChatGPT 账号，可以直接试。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结论：两者能力已高度接近，学会一个，另一个很快上手。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工具每个月都在更新，方法不会过时。这也是今天这堂课的核心。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4 部分：让 AI 守规矩。规则与记忆的控制方法。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从弱到强。关键：力度要和后果匹配。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这是本模块最重要的一句话。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每条配一个例子讲。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我们的真实经验：同一个目标，只把禁令改成指派，结果从全失败变成全成功。必须禁止时，后面立刻跟一个替代做法。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每一条都是我们真实踩过的坑。记忆的价值在于「准」，不在于「多」。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5 部分：搭建 AI 工作流。把一件事拆成 AI 能稳定完成的流水线。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这是业界通用的五种模式（来自 Anthropic 的 Agent 设计指南）。原则：从最简单的开始。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逐步讲，每步配一个视频生成的例子。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派给 AI、派给子 Agent、派给同事都适用。建议学员存成模板。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6 部分：实战：AI 漫剧与营销短视频。一条 AI 视频是怎么生成的。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每一步都是一个 AI 模型在干活，整体是一条「接力」工作流。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这是所有 AI 视频的通病。文字描述「一个穿红衣服的女孩」，每个镜头都会是不同的女孩。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这是一条典型的「接力」工作流，中间编剧这一步是 AI 自主创作。不展开内部参数。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核心思路：具体内容全交给编剧，画面和视频层只管质量和风格。这样各层不打架，每条片又能不一样。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第二条只针对视频；海报本来就要有标题和价格。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例子：编剧写了「整只烤鸡」，产品其实是切块的——画面就会照着文字画错。所以外形交给参考图，编剧只管拍什么。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每一条都对应前面讲过的一个原则，可以回顾串起来。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我们的产品原则：用户是不懂提示词的老板。每种行业、每种场景的选项都提前配好，点完就能出片。需要用户自己琢磨调参数，就是失败。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从学员自身出发：在座有没有自己做生意、或服务做生意的客户的？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ThinkNova 介绍。口径：给小生意做营销视频和海报的工具，自己动手、不用拍不用剪。积分和活动以官网当天为准。不承诺效果，不承诺替客户做样片。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引导现场注册体验。只放官网，不放个人电话。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7 部分：记得提交到 GitHub。让 AI 的记忆和你的成果永不丢失。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回到开头：AI 天生没记忆，它的记忆就是一堆文件。文件就会丢。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非技术学员只需要记住这一个习惯。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这是我们自己的做法：AI 记忆每天自动备份到 GitHub。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简单明了。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这是整节课最需要记住的一句话。可以现场演示一次。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第三条很重要：密码放进去，就等于交给了所有能看到仓库的人。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8 部分：总结与结业。带走就能用的方法。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全课浓缩成这七步。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快速过，鼓励学员对照自己。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安全是底线。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给出明确的行动清单。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答疑 + 合影。再次展示官网。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AI 实战课 · ThinkNova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TATEM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实战课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Claude Code × Codex × AI 视频生成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201168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天精华版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主办 · ThinkNova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640080"/>
            <a:ext cx="3291840" cy="3291840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0"/>
            <a:ext cx="2011680" cy="2011680"/>
          </a:xfrm>
          <a:prstGeom prst="ellipse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今天你会带走什么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看懂 AI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知道 AI 到底怎么工作，出了错知道往哪查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会用工具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上手 Claude Code 和 Codex 两个 AI 助手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管住 AI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用规则和记忆，让 AI 每次都按你的规矩来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看懂 AI 视频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一条 AI 营销视频是怎么一步步生成的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今天的安排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09:30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是怎么工作的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51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无记忆的「接话高手」· 工具调用 · 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63624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636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10:30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563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必懂的 AI 核心概念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563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Skill · Harness · MCP · RAG · Memory · Hooks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11:45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午休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587752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587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13:00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2587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Claude Code 与 Codex 上手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87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两个 AI 助手怎么用、怎么选 + 现场演示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99816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998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14:30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099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让 AI 守规矩 · 搭工作流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0998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规则四层力度 · 记忆铁律 · 七步法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15:30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实战：AI 视频生成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611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漫剧生产线 · ThinkNova 视频 Agent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23944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41239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16:30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41239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 与总结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41239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让 AI 的记忆永不丢失 · 结业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不缺能力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缺的是会用它的人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同一个 AI，会用的人当成一个团队，不会用的人当成一个搜索框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是怎么工作的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从「聊天机器人」到「会干活的助手」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09:30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一句话看懂大模型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大模型（LLM）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读完你给它的全部内容，然后接出最可能的下一段话。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它不是查数据库，也不是真的「懂」，而是一个读过海量文字的「接话高手」。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像一个记性极好、但每次见面都失忆的顾问：你给他看什么资料，他就基于什么回答。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同一个问题，你多给一份产品资料，回答立刻专业很多。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必须知道的 5 个特点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按「字块」计算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 按 token 计费和计量，中文约一两个字一个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12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桌面有大小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12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一次能看的资料有上限，叫上下文窗口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13716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06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天生没记忆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06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每次对话都是新的，「记忆」是系统帮它重新塞进去的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每次不一样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618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同一句话问两次，答案可能不同，这是正常的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2" y="3246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12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知识有截止日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0812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最新的价格、政策、版本，必须让它现查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960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752" y="324612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06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会一本正经胡说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9006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叫「幻觉」，所以结论要能回到真实数据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为什么会「胡说」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幻觉（Hallucination）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生成看起来合理、但并不真实的内容。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它的任务是「接得像」，不是「保证对」。没给它真资料时，它会自己补。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像一个不懂装懂的新员工：你不给资料，他也会硬交一份像样的报告。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防法：① 给它真资料 ② 要求它注明出处 ③ 关键结论自己回查原始数据。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从聊天到干活：工具调用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333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2115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15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告诉它有哪些工具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读文件、搜索、发邮件、调接口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907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689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89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它说要用哪个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「我要读这个文件」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81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263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63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系统真的去执行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把结果交回给它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837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37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它决定下一步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继续用工具，或给出答案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自己不会动手，是外面的系统替它动手——这层系统叫 Harness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Agent：会自己循环干活的 AI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1737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你给一个目标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51760" y="169164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691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想：下一步做什么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169164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691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系统执行工具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1691640"/>
            <a:ext cx="146304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1691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看结果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234440"/>
            <a:ext cx="0" cy="457200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234440"/>
            <a:ext cx="4389120" cy="0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234440"/>
            <a:ext cx="0" cy="438912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没完成？再来一轮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578608"/>
            <a:ext cx="0" cy="576072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51760" y="3154680"/>
            <a:ext cx="18288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完成 → 向你汇报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154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关键：用哪个工具、用几次、什么时候停——都由 AI 自己决定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出错时，先分清是哪一层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474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你看到的现象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多半是哪层的问题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先查什么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不知道你的规矩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资料没给够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规则写了吗？写得太长被忽略了吗？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用了过时的信息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记忆过期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旧结论没删？该现查的没现查？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一直问你、不敢做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权限太紧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权限设置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做过头、乱改东西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指令有歧义或权限太松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说清边界，收紧权限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换了几个 AI 都报同样的错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你的指令自相矛盾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 AI 不行，是指令打架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越聊越笨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桌面塞满了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压缩或开新对话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必懂的 AI 核心概念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Skills、Agent、Harness、MCP、RAG、Memory……一次讲清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10:30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一张图看懂 AI 系统的分层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应用层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051560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你的业务：AI 视频生成、客服、写文案……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56588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56588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56588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编排层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656588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工作流（人定步骤）／ Agent（AI 定步骤）／ 子 Agent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61616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61616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261616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能力层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261616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工具 · MCP（接外部工具）· Skills（技能包）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66644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66644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66644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资料层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2866644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设定 · 规则文件 · 记忆 · 检索来的知识（RAG）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71672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71672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471672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Harness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3471672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权限 · 安全隔离 · 自动规则（Hooks）· 会话管理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07670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76700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076700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模型层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063240" y="4076700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大模型 · 生图 · 生视频 · 配音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Prompt：给 AI 的指令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Prompt（提示词）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你输入给 AI 的指令。分固定的「岗位说明书」（系统提示词）和每次的「任务单」。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说得越具体，AI 越少自己猜。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岗位说明书 + 今天的任务单。新员工两样都要有，才知道干什么、怎么干。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❌「帮我写个文案」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✅「给奶茶店新品写 3 条小红书标题，每条不超过 20 字，口吻像闺蜜推荐」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Agent 和工作流，有什么区别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工作流 Workflow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步骤由人提前写死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稳定、可预测、成本可控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适合：固定流程，比如出片流水线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智能体 Agent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步骤由 AI 自己决定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灵活，但不可预测、成本波动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适合：开放问题，比如排查故障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Skill：可复用的技能包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Skill（技能）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一个装好「怎么做某件事」的文件夹：说明书 + 步骤 + 模板 + 小工具。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平时只记住目录，用到哪个才翻开哪个，所以可以装几十上百个。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员工手册：目录记在脑子里，遇到报销才翻报销那一章。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「写小红书笔记」技能：选题 → 标题 → 配图 → 文案 → 自检，每次都按这个流程走。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Harness：AI 的身体和公司制度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Harness（运行框架）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包在 AI 外面的那层系统：组装资料、执行工具、管权限、做安全隔离、自动规则、管理记忆。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同一个 AI，放进不同的 Harness，表现差别很大。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是大脑，Harness 是身体加公司制度。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Claude Code 和 Codex，本质上就是两套 Harness。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MCP：AI 世界的通用插头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MCP（模型上下文协议）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一套开放标准，统一 AI 连接外部工具和数据的方式。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写一次接口，任何支持 MCP 的 AI 工具都能用。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 USB-C：一根线，什么设备都能插。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让 AI 直接读你的 Google 文档、日历、邮箱、GitHub。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RAG：先查资料，再回答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333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2115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15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整理资料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把手册、文档切成小段存起来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907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689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89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你提问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系统去找最相关的几段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81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263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63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放上桌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把这几段和问题一起交给 AI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837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37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有据回答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 基于资料回答，并注明出处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RAG = 检索增强生成。解决：知识过时、私有资料 AI 不知道、减少胡说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Memory：让 AI 记住你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Memory（记忆）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跨对话保留信息的机制。AI 本身不记得，是系统在每次开工时把记忆文件读给它。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记忆本质上就是一堆文件——文件能丢，所以要备份（后面讲 GitHub）。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交接本：每天上班先翻一遍，知道昨天做到哪、老板说过什么。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「回复我一律用中文」「做海报前先看品牌规范」——这些都应该进记忆。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Hooks：一定会执行的自动规则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Hooks（钩子）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在特定时刻自动执行的动作，比如每次改完文件、每次开工时，由系统执行，不靠 AI 自觉。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写在提示词里的规则，AI「可能」遵守；做成 Hook，就是「一定」执行。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公司门禁：不是靠员工自觉，刷不了卡就是进不去。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每次开工自动拉取最新记忆；禁止删除重要文件；外发前自动扫描密码。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一句话串起来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Skill 用工具干活，工具可以通过 MCP 接进来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Agent 在 Harness 里跑，Harness 读记忆和规则来备资料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RAG 和记忆，都是往 AI 桌上放资料的方式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工作流里可以有 Agent 节点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538728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6393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721608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5387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Hook 管「一定发生」，提示词管「最好发生」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Claude Code 与 Codex 上手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两个会自己动手的 AI 同事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13:00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是什么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Claude Code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Anthropic 出品的 AI 助手。不只是聊天，它能读文件、写文件、跑工具、连网站，自己把活干完。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以前是你问它答；现在是你派活，它干完向你汇报。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从「顾问」升级成「能动手的同事」。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「把这 20 份客户反馈整理成表格，按问题类型分类，再写一页总结」——它会自己读、自己做、自己检查。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在哪里用它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桌面 App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Mac / Windows，最适合非技术同学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12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网页版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12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claude.ai/code，在云端跑，手机也能看进度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13716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06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命令行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06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开发者最常用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编辑器插件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618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VS Code 等，边看边改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2" y="3246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12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 里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0812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在项目讨论区直接 @它干活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960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752" y="324612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06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开发工具包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9006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用它的能力搭自己的 AI 助手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第一次上手：三步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176272" y="1737360"/>
            <a:ext cx="20482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5544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安装并登录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下载桌面 App 或打开网页版，用账号登录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19472" y="1737360"/>
            <a:ext cx="20482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选一个文件夹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让它在这个文件夹里干活（它只看得到这里）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先让它认识你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167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说「读一下这个文件夹，帮我写一份工作说明」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第三步会生成一份 CLAUDE.md：这就是它的员工手册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CLAUDE.md：给 AI 的员工手册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规则文件 CLAUDE.md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放在文件夹里的一份说明。每次开工，Claude Code 都会先读它。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写一次，以后每次对话都不用再重复交代。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新员工入职手册：这是什么项目、怎么做事、哪些红线不能碰。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这个文件夹是什么 / 常用的做法 / 红线（不许删客户资料）/ 做什么事先看哪个文件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放多少权给它：权限模式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它会怎么做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适合什么时候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改文件、做操作前都先问你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刚开始用、不熟悉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自动改文件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改文件不问，其他操作还问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日常工作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只看不改，先交方案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大改动、要先拍板的事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由安全检查判断能不能直接做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长任务、少打扰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全部放行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什么都不问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只在隔离的测试环境里用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管好它的「办公桌」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一事一对话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换一件事，就开一个新对话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太长就压缩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对话很长时，让它总结后继续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能接着做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可以恢复之前的对话继续干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标准用法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3461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16914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先让它写员工手册，再自己改一遍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3830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2135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03654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3830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大事先用计划模式：先看方案，再让它动手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2504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0809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39039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2504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告诉它怎么检查：「做完自己核对一遍再交」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81178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289483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97713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81178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说具体：哪个文件、做成什么样、怎么算完成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39852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48157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563874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39852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方向不对马上打断，比让它做完再返工便宜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57200" y="398526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94360" y="406831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150614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51560" y="398526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被你纠正过的，让它记进记忆；重复的活，做成技能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现场演示：派一件完整的活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15 分钟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打开 Claude Code，选一个装了几份文档的文件夹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切到计划模式：「读这些文档，整理成一页客户常见问题，先给我方案」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看方案，提一处修改，批准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让它执行，并要求「做完自己检查一遍」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最后说：「把我刚才的修改要求记进记忆」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Codex 是什么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Codex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OpenAI 出品的 AI 助手，和 Claude Code 是同一类工具：能读、能写、能动手。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 ChatGPT 账号就能登录，有桌面 App、网页版、命令行和编辑器插件。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另一家公司培养的同类型同事，能力相近，脾气不同。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网页版可以把任务丢到云端跑，跑完再把结果拉回来。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和 Codex 对照</a:t>
            </a:r>
            <a:endParaRPr lang="en-US" sz="2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出品方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员工手册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AGENTS.md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有（/plan）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支持（同一种格式）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自动规则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接外部工具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云端运行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claude.ai/code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chatgpt.com/codex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学方法，不押工具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员工手册、技能包、计划模式、记忆——两个工具通用。同一个项目可以两个都用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 AI 守规矩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规则与记忆的控制方法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14:30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管住 AI 的四层力度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① 对话里说一句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051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最弱：下次对话就忘了 → 适合一次性要求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38528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385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② 员工手册 / 记忆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9385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中等：太长、冲突时会被忽略 → 适合日常约定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25496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25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③ 技能包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82549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较强：流程写死，照着走 → 适合固定的专业活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12464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12464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71246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④ 权限 + 自动规则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71246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最硬：系统直接拦截，AI 想违反也做不到 → 适合红线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违反一次就出事的规则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不能只写在提示词里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「不许删客户资料」→ 权限禁止；「外发前检查密码」→ 自动规则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写好规则的 6 个原则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短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每一行都在占 AI 的注意力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12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目录 + 细节分开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12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主手册只放一句话和链接，细节放子文件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13716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06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写清做到什么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06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不写「认真核对」，写「核对哪三项」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指派 &gt; 禁止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618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告诉它做什么，而不是只说别做什么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2" y="3246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12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带上原因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0812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知道为什么，遇到新情况才能判断对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960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752" y="324612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06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不能打架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9006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加一条前，先查会不会和旧的冲突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指派式，比禁令式有效得多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禁令式（效果差）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「绝不要拍空镜头」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「不要写得太长」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「别用专业术语」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指派式（效果好）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「第 1 格拍店员的手，第 2 格拍产品特写」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「每条不超过 20 字」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「用顾客的话说，比如“好吃不贵”」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管理记忆的 5 条铁律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不这样做会怎样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写新结论前，先删掉同主题的旧结论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新旧并存，AI 读到旧的就照着做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作废要写清：作废什么、为什么、正确的是什么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只写「已作废」等于留雷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会变的数字不进记忆，写「现查」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价格、上限过时了，AI 照旧值做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「没查清」不能写成「做不到」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错误结论会挡住以后的自己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自己的备注不算规矩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把随手笔记当成老板的指令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搭建 AI 工作流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把一件事拆成 AI 能稳定完成的流水线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15:00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五种标准搭法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接力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上一步的结果交给下一步，比如：写剧本 → 画分镜 → 生成视频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12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分流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12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先判断类型，再交给对应的处理方式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13716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06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并行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06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几件事同时做，最后汇总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主管派活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618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主 AI 动态拆任务、分给几个 AI、再汇总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2" y="3246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12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写-审循环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0812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一个写、一个审，不合格就重写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搭工作流七步法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46781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16429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6429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定终点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做完长什么样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22438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92086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9208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78577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拆到底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06009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拆成最基本的事实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98095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67743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67743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54234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定分工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81666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每步输入、输出、边界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3752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29891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写清楚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57323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每段指令能独立看懂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49409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19057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19057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05549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设关卡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32981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贵的步骤前先检查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5066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94714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471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381206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留余量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8638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别贴着上限跑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70371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70371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556863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先试一条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584295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验证通过再铺开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终点要具体：不是「做个视频」，而是「15 秒竖屏、无字幕、人物和参考图一致、能直接发」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给 AI 派活的任务单模板</a:t>
            </a:r>
            <a:endParaRPr lang="en-US" sz="2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一句话，带可以验收的结果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为什么做、相关资料在哪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给它什么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交什么：格式、文件名、语言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完成标准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怎么算做完、要做哪些检查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不许做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边界和红线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实战：AI 漫剧与营销短视频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一条 AI 视频是怎么生成的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15:30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漫剧 / 短视频的通用生产线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447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编剧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写分镜脚本：画面 + 台词 + 情绪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860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设定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019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人物、产品、场景的参考图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879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分镜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画出每个镜头的画面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595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视频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451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让每个画面动起来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311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声音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167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配音、对白、口型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合成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883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剪辑、字幕、音乐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漫剧、AI 短剧、AI 广告片，底层都是这条线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最大的难题：一致性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同一个角色在 10 个镜头里长得一样，产品不变形，场景不穿帮。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答案：靠参考图，不靠文字描述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我们的做法：ThinkNova 视频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填资料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商品名、卖点、活动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83664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67128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42032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14859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58568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传参考图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304288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人物、产品、门店（可选）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93592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877056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51960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4859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68496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编剧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014216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写好每个镜头的画面和台词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03520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586984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61888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1485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78424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分镜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724144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按参考图画出分镜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013448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296912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671816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836" y="148590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88352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成片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434072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画面动起来，人物开口说话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用户只做前两步，后面全部由 Agent 自动完成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三层分工：每层只管一件事</a:t>
            </a:r>
            <a:endParaRPr lang="en-US" sz="24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演什么：每个镜头的画面、台词、情绪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产品长什么样（它看不到参考图）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画得对、画得真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画面上的任何文字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怎么动、怎么说，和参考图保持一致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改剧情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两条铁律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每段指令都要自带全部信息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每一步的 AI 都看不到上一步的对话，不能写「参考上文」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视频画面里不出现文字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30175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台词只念不画。文字一旦画进分镜，就会一路带进视频，画面变脏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一致性：参考图三把锁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人物锁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同一张脸、同一身衣服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产品锁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产品形状、包装不变，编剧不描述产品外形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场景锁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同一家店、同一个环境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我们踩过的坑</a:t>
            </a:r>
            <a:endParaRPr lang="en-US" sz="24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真正原因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换了好几个 AI，都报同一个错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指令自相矛盾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 AI 不行，先查自己的指令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加了一句补充说明，没用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一句话压不过多处相反的指令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找到冲突源头，别打补丁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一天加了几条规则，全挂了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指令超出了长度上限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改前改后都量长度，只减不增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改了设置，效果没变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改的地方根本没被读到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保存成功不等于生效，要看实际成品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说「全片没人物」，其实有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只看了一帧截图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视频验收要逐帧看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好的 AI 产品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让用户不用动脑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把提示词工程藏在产品里，而不是甩给用户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小生意老板做营销内容的难处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不会拍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没有设备，也没有时间拍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不会剪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剪辑软件学不会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不会写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不知道怎么写才吸引人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请人太贵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外包一条视频的钱，够做几十条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ThinkNova：给小生意做营销视频和海报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实体店老板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网店卖家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靠服务赚钱的人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2971800"/>
          </a:xfrm>
          <a:prstGeom prst="roundRect">
            <a:avLst>
              <a:gd name="adj" fmla="val 3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写几句话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或传一张产品图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 秒营销视频 / 海报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自动生成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3490" y="190881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93776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不用拍，不用剪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66560" y="16002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494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70" y="190881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94944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卖什么都能用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54880" y="3127248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37760" y="33101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90" y="343585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3776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有新手引导和教程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766560" y="3127248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49440" y="33101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3435858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注册送体验积分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现在就试试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thinknova.top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377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5374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1 步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打开官网，免费注册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054096" y="3154680"/>
            <a:ext cx="20116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9184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2377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5374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9184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2 步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选一个场景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888736" y="3154680"/>
            <a:ext cx="20116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12648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8660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25374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2648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3 步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写几句话或传图，点生成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积分与活动以官网当天为准 · AI 生成内容请按平台规则标注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07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记得提交到 GitHub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让 AI 的记忆和你的成果永不丢失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16:30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的记忆存在哪？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电脑坏了会不会丢？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记忆、员工手册、技能包、做好的方案——其实都是文件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GitHub：云端保险柜 + 时光机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GitHub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全球最大的文件托管平台。把你的文件夹存到云端，每次修改都留一个版本。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换电脑、换同事、开新对话，都能把同一份记忆拉回来。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云端保险柜加时光机：东西不会丢，还能回到任何一个过去的版本。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不需要会写代码。只要对 AI 说一句话就行。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 帮你管理 AI 的记忆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584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干活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更新记忆、手册、成果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1114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9461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8325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275" y="14859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8605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提交到 GitHub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3177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一句话让 AI 帮你存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4855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3202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2066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685" y="14859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2346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每次都有版本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6918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改错了能退回去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8596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86943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58075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095" y="1485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6087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随时拉回来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00659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新电脑、新对话、新同事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越用越懂你，靠的就是这份不断积累、从不丢失的记忆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三个好处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不丢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电脑坏了、文件删了，云端都有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能退回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改坏了，一键回到昨天的版本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能共享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团队用同一份规矩和记忆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「帮我把今天的改动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提交到 GitHub」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这一句话就够了。Claude Code 和 Codex 都会帮你完成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三个好习惯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每天收工前，让 AI 提交一次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仓库设成「私有」，只有你和团队能看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密码、密钥不要放进文件里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08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总结与结业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带走就能用的方法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16:45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标准工作法：七步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46781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16429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6429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定终点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做完长什么样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22438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92086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9208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78577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读现状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06009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手册 → 记忆 → 真实数据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98095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67743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67743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54234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出方案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81666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大事用计划模式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3752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29891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小步做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57323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改一处，验一处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49409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19057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19057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05549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看成品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32981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用最终结果验收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5066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94714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471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381206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汇报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8638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验了什么、做了什么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70371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70371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556863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沉淀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584295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记进记忆，存到 GitHub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Claude Code、Codex、任何 AI 工具都适用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最常见的坑</a:t>
            </a:r>
            <a:endParaRPr lang="en-US" sz="24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「帮我优化一下」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说清楚哪个文件、做成什么样、怎么算完成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一个对话干一整天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一事一对话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手册越写越长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目录 + 细节分开，定期瘦身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只写「不许」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写「要做什么」，再加替代做法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说「改好了」就当完成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看真实成品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一出错就换 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先分层排查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安全清单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密码、密钥不写进指令、手册和记忆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「全部放行」只在隔离的测试环境用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删除、发布、改线上设置：设为必须先问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有风险的操作先演练一次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538728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6393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721608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5387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GitHub 仓库设为私有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回去第一周，做这四件事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装一个工具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Claude Code 或 Codex，先用桌面 App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写一份手册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给你最常做的一件工作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沉淀一个技能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把重复的活变成标准流程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提交到 GitHub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每天收工前说一句话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谢谢！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答疑时间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thinknova.top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inkNova AI Course">
  <a:themeElements>
    <a:clrScheme name="ThinkNova AI Course">
      <a:dk1>
        <a:srgbClr val="1C1D3A"/>
      </a:dk1>
      <a:lt1>
        <a:srgbClr val="FFFFFF"/>
      </a:lt1>
      <a:dk2>
        <a:srgbClr val="4A4E73"/>
      </a:dk2>
      <a:lt2>
        <a:srgbClr val="F1F0FA"/>
      </a:lt2>
      <a:accent1>
        <a:srgbClr val="FF6A3D"/>
      </a:accent1>
      <a:accent2>
        <a:srgbClr val="5048E5"/>
      </a:accent2>
      <a:accent3>
        <a:srgbClr val="12A594"/>
      </a:accent3>
      <a:accent4>
        <a:srgbClr val="F2B33D"/>
      </a:accent4>
      <a:accent5>
        <a:srgbClr val="B9B6E8"/>
      </a:accent5>
      <a:accent6>
        <a:srgbClr val="E5484D"/>
      </a:accent6>
      <a:hlink>
        <a:srgbClr val="5048E5"/>
      </a:hlink>
      <a:folHlink>
        <a:srgbClr val="8A84E8"/>
      </a:folHlink>
    </a:clrScheme>
    <a:fontScheme name="ThinkNova AI Cours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ThinkNova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实战课（1 天精华版）</dc:title>
  <dc:subject>PptxGenJS Presentation</dc:subject>
  <dc:creator>ThinkNova</dc:creator>
  <cp:lastModifiedBy>ThinkNova</cp:lastModifiedBy>
  <cp:revision>1</cp:revision>
  <dcterms:created xsi:type="dcterms:W3CDTF">2026-10-07T17:23:20Z</dcterms:created>
  <dcterms:modified xsi:type="dcterms:W3CDTF">2026-10-07T17:23:20Z</dcterms:modified>
</cp:coreProperties>
</file>