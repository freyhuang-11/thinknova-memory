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大家好！欢迎来到「AI 情绪焕新」。今天不讲难的东西，我们一起动手，用 AI 把家里的照片变新、变好看，还能让照片里的人动起来。做好的作品可以马上发给家人。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今天每个人都会做出三样作品：第一，一张焕新的照片；第二，一段会动的视频；第三，一张节日祝福。做完都可以存在手机里，发给孩子、孙子。不用担心学不会，旁边有助教，随时举手。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是什么？大家可以把它想成一个很会画画的助手。你给它一张照片，再用一句话告诉它你想要什么，它就会帮你画出来。今天我们用的网站叫 ThinkNova，上面就有这个画画助手。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第一步先注册。大家打开网站 thinknova.top，点注册，照着提示填写就可以。密码请写在纸上记好。有任何卡住的地方，马上举手，助教会过来帮你。全部人都注册好了，我们再一起往下做。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第一个作品：让照片焕然一新。找到「图生图」，就是用一张图片生成一张新图片。上传一张你手机里的照片，写一句话告诉 AI 你想怎么改，然后点生成，等一下就好。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AI 说话，就像跟人说话一样。这里有三句现成的话，大家可以照着说。最重要的一个小窍门：每次都加一句「人的脸不要变」，这样 AI 就不会把人画成另外一个样子。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大家看，左边是原来的照片，右边是 AI 焕新后的照片。如果不满意，没关系，换一句话再生成一次就好。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第二个作品：让照片动起来。找到「图生视频」，就是把一张图片变成一段视频。上传刚才焕新好的照片，写一个简单的动作，选好秒数，点生成。视频要等的时间比图片长一点，请耐心等，不要重复点。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让照片动起来，动作越简单越好。比如微笑、挥手、看着对方笑。一次只说一个动作，出来的效果最自然。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第三个作品：节日祝福。还是用图生图，上传一张全家福，告诉 AI 加上节日的装饰，比如新年的灯笼、圣诞树、屠妖节的油灯。注意一个小技巧：祝福的话不要让 AI 写在图片上，AI 写字常常会写错，我们发 WhatsApp 的时候自己打上去就好。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如果家里有做生意的，比如开咖啡店、杂货店，平台上还有一个「节日」场景，填上店名和优惠活动，就能自动做一条店铺的节日祝福视频。我现在演示给大家看。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作品做好了，我们把它发给家人。点下载，存到手机相册，打开 WhatsApp，选你想发的家人，发送。大家现在就可以发给孩子、孙子，看看他们怎么说！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最后几条安全提醒，非常重要。第一，AI 做的东西，分享的时候说明是 AI 做的。第二，用别人的照片要先问过本人。第三，现在骗子也会用 AI 做假的视频和声音，如果收到「亲人」的视频或语音找你要钱，一定要先打电话给本人确认。第四，身份证、银行卡这些，不要拍进照片里。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常见的问题有三个：脸变了，就加一句「人的脸不要变」；等很久，是因为视频需要时间，不要重复点；不满意，就换一句话再生成。还是不行，举手找助教。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最后问一下大家：家里有没有人做生意？我们还有一门专门给小生意老板的 AI 课，教他们用 AI 排计划、整理邮件、管客户、做营销内容。有兴趣的，请在登记表上留个名字，我们会通知你们。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今天辛苦大家了！我们一起拿着手机里的作品，拍一张合照。回家以后，打开 thinknova.top 就能继续做。谢谢大家！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R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029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情绪焕新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用 AI 让老照片焕然一新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让回忆动起来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ThinkNova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29260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今天每个人带走三样作品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16824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一张焕新的照片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旧照片变清楚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换个漂亮背景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68249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一段会动的视频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照片里的人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微笑、挥手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68249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一张节日祝福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发给家人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和朋友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是什么？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293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60320" y="1463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一个很会画画的助手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23774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你给它一张照片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再说一句话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它就帮你画出来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第一步：注册（助教会帮你）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03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3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打开网站 thinknova.top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17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点「注册」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0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照着提示填写，设一个密码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9090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看到自己的账号，就成功了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03520" y="1143000"/>
            <a:ext cx="3383280" cy="34747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截图：注册页面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作品一：让照片焕然一新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03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3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找到「图生图」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17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上传一张照片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0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写一句话，说你想怎么改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9090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点「生成」，等一下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03520" y="1143000"/>
            <a:ext cx="3383280" cy="34747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截图：图生图页面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这样跟 AI 说，最好用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71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91717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4300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「把这张旧照片变清楚，颜色鲜艳一点，人的脸不要变」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1396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260397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1168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「把背景换成滨海湾花园，人的样子不要变」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12907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8036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「给照片里的人换上新年的红衣服，人的脸不要变」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记住一句：每次都加上「人的脸不要变」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看看前后的变化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截图：原来的照片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65760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212080" y="118872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截图：焕新后的照片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51960" y="260604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作品二：让照片动起来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03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3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找到「图生视频」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17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上传刚才做好的照片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0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写一个简单的动作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9090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选秒数，点「生成」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03520" y="1143000"/>
            <a:ext cx="3383280" cy="34747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截图：图生视频页面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让照片动起来，这样说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71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91717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4300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「照片里的人慢慢微笑」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1396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260397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1168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「照片里的人向镜头挥挥手」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12907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8036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「两个人看着对方，开心地笑」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动作越简单越自然，一次只说一个动作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作品三：做一张节日祝福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03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3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用「图生图」上传全家福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17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说：「加上新年灯笼，人的脸不要变」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0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生成后存到手机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9090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祝福的话，发送时自己打字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03520" y="1143000"/>
            <a:ext cx="3383280" cy="34747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截图：节日祝福成品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做生意的，也能用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293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60320" y="1463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给店铺也做一条节日祝福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23774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用平台上的「节日」场景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填店名和优惠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自动做成一条店铺视频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存到手机，发给家人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03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3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点「下载」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17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1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存到手机相册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40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打开 WhatsApp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9090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选家人，发送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03520" y="1143000"/>
            <a:ext cx="3383280" cy="34747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25400">
            <a:solidFill>
              <a:srgbClr val="5048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0" y="11430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截图：下载按钮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安全提醒，一定要记住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71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91717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4300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AI 做的照片和视频，分享时说明是 AI 做的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1396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260397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1168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用别人的照片，先问过本人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12907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8036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收到「亲人」的视频或语音找你要钱，先打电话确认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997757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74904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身份证、银行卡，不要拍进照片里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遇到问题怎么办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71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91717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4300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脸变了 → 加一句「人的脸不要变」，再生成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1396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260397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1168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等很久 → 视频要等一会儿，不要重复点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8229600" cy="758952"/>
          </a:xfrm>
          <a:prstGeom prst="roundRect">
            <a:avLst>
              <a:gd name="adj" fmla="val 180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12907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80360"/>
            <a:ext cx="7178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不满意 → 换一句话，再生成一次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还是不行？举手找助教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家里有人做生意吗？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293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60320" y="1463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我们还有「小生意 AI 课」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23774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教老板用 AI 排计划、整理邮件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管客户、做营销内容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有兴趣的，请填一下登记表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谢谢大家！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我们一起合照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thinknova.top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60720" y="914400"/>
            <a:ext cx="2926080" cy="2926080"/>
          </a:xfrm>
          <a:prstGeom prst="ellipse">
            <a:avLst/>
          </a:prstGeom>
          <a:solidFill>
            <a:schemeClr val="accent2">
              <a:alpha val="9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inkNova Senior Class">
  <a:themeElements>
    <a:clrScheme name="ThinkNova Senior Class">
      <a:dk1>
        <a:srgbClr val="1C1D3A"/>
      </a:dk1>
      <a:lt1>
        <a:srgbClr val="FFFFFF"/>
      </a:lt1>
      <a:dk2>
        <a:srgbClr val="3D4166"/>
      </a:dk2>
      <a:lt2>
        <a:srgbClr val="FFF4EC"/>
      </a:lt2>
      <a:accent1>
        <a:srgbClr val="F0592A"/>
      </a:accent1>
      <a:accent2>
        <a:srgbClr val="5048E5"/>
      </a:accent2>
      <a:accent3>
        <a:srgbClr val="12A594"/>
      </a:accent3>
      <a:accent4>
        <a:srgbClr val="F2B33D"/>
      </a:accent4>
      <a:accent5>
        <a:srgbClr val="C9C6F0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Senior Class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情绪焕新</dc:title>
  <dc:subject>PptxGenJS Presentation</dc:subject>
  <dc:creator>ThinkNova</dc:creator>
  <cp:lastModifiedBy>ThinkNova</cp:lastModifiedBy>
  <cp:revision>1</cp:revision>
  <dcterms:created xsi:type="dcterms:W3CDTF">2026-10-13T16:49:08Z</dcterms:created>
  <dcterms:modified xsi:type="dcterms:W3CDTF">2026-10-13T16:49:08Z</dcterms:modified>
</cp:coreProperties>
</file>