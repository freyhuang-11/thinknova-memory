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大家好！欢迎来到「AI 情绪焕新」。今天不讲难的东西，我们一起动手，用 AI 把家里的照片变新、变好看，还能让照片里的人动起来。做好的作品可以马上发给家人。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先做个小调查，请大家举手。用过 AI 的举手？家里有孩子、孙子在外地的举手？手机里有老照片、全家福的举手？很好，今天每个人都会用上自己手机里的照片，做出来的作品可以马上发给想念的家人。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今天每个人都会做出三样作品：一张焕新的照片、一段会动的视频、一张节日祝福。做完都存在手机里，发给孩子、孙子。不用担心学不会，旁边有助教，随时举手。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是什么？大家可以把它想成一个很会画画的助手。你给它一张照片，再用一句话告诉它你想要什么，它就会帮你画出来。今天我们用的网站叫 ThinkNova，上面就有这个画画助手。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我们先看几个例子。左边是原来的照片，右边是 AI 做好的作品。等一下，大家都能自己做出这样的作品。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第一步先注册。打开网站 thinknova.top，点注册，填你的邮箱。然后去邮箱收一封验证码，把验证码填回来，再设一个密码。有 Google 账号的，也可以直接用 Google 账号登录。密码请写在纸上记好。验证码有时候来得慢，等一下再刷新邮箱。卡住了马上举手。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现在请同桌互相看一看：登录成功了吗？能看到左边的「生成」按钮吗？密码写在纸上了吗？三样都没问题，我们就开始做第一个作品。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第一个作品：让照片焕然一新。点左边的「生成」，在弹出来的选项里选「图片改图」，然后上传一张你手机里的照片。如果点进去页面没有出来，按一下刷新就好了。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跟 AI 说话，就像跟人说话一样。这里有三句现成的话，可以照着说。一次只说一件事，说得越清楚，它画得越好。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先跟大家说一个实话：AI 画出来的人，大概像本人六七成，而且每次生成都不太一样。这是正常的。所以我们的办法是：多生成几次，挑一张最像的。等一下我还会教大家一个小窍门，让视频里的人更像自己。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我们来做第一个练习。上传一张旧照片，写「把这张旧照片变清楚，颜色鲜艳一点」，点生成，等一下。不满意就再生成一次，挑最喜欢的。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大家看，左边是原来的照片，右边是焕新后的照片。你的作品是不是也变清楚了？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第二个练习：换背景。还是用图片改图，上传一张照片，写「把背景换成滨海湾花园」。也可以换成你想去的任何地方，比如家乡、海边、花园。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现在请大家把最喜欢的一张作品给同桌看，说一说照片里是谁、在哪里拍的。互相夸一夸！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教大家一个小窍门。要让视频里的人更像自己，先用图片改图，把你的照片生成一张清楚的正面照，这张叫「参考图」。再拿这张参考图去做视频，出来的人会更像你。比如可以写：「生成一张清楚的正面半身照，光线明亮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第二个作品：让照片动起来。点生成，选「照片生成视频」，上传刚才做好的参考图，写一个简单的动作，秒数选 6 秒，点生成。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让照片动起来，动作越简单越好。比如微笑、挥手、看着对方笑。一次只说一个动作，效果最自然。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做视频需要时间，每段大概要等 3 到 5 分钟。大家同时点，会排队变慢，所以我们分组轮流点生成，每组五六个人。如果出现错误提示，不用担心，再点一次就好。等的时候不要重复点。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视频都做好了吗？每组选一段最喜欢的，我们放到大屏幕上，大家举手投票，选出今天的最佳作品！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第三个作品：节日祝福。点「海报制作」，选「节日节气祝福图」，照着下一页的方法填写，然后点生成。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这个入口本来是给店铺用的，所以要填一点技巧。「商品或服务名称」那一栏，写你的祝福主题，比如「新年快乐 全家福」。「补充说明」写节日和想要的感觉，比如「新年、喜庆、红色」。其他格子可以不填。生成以后看一看图上的字有没有写错，写错了就再生成一次。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现在大家选一个节日，新年、屠妖节、圣诞节都可以，照着刚才的方法填写，点生成，挑一张最喜欢的。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如果家里有做生意的，比如开咖啡店、杂货店，同一个入口就能做店铺的节日海报：填上店名、优惠活动和地址，就是一张店铺的节日海报。我现在演示给大家看。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作品做好了，我们把它发给家人。点作品上的下载，存到手机相册，打开 WhatsApp，选你想发的家人，发送。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现在就把三样作品发给家人吧！记得告诉他们：这是我用 AI 做的。我们看看谁先收到回复！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最后讲一件很重要的事。今天大家看到了，AI 能把照片变成会动的视频。骗子也会用 AI，做出看起来、听起来都像你家人的假视频、假声音，目的就是骗钱。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如果遇到这些情况：「家人」突然找你要钱、要你转账；催得很急，叫你不要告诉别人；不让你打电话确认。这时候一定要先停一停，挂掉，再自己打给家人本人确认。也可以跟家人约一个只有你们知道的暗号。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四条安全提醒。第一，我们做的作品没有水印，看不出是 AI 做的，所以分享时一定要说明是 AI 做的。第二，用别人的照片先问过本人。第三，身份证、银行卡不要拍进照片里。第四，有人用视频或语音找你要钱，先打电话确认。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常见问题：页面没出来，按刷新；不太像本人，多生成几次，或者先做一张参考图；视频等很久，是正常的，要等 3 到 5 分钟，不要重复点；出现错误，再点一次生成。还有积分：做一张图用 6 积分，一段 6 秒的视频用 24 积分，大家可以在账号里看到剩下多少。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最后问一下大家：家里有没有人做生意？我们还有一门专门的小生意 AI 课，教用 AI 排计划、整理邮件、管客户、做报告。有兴趣的，请在登记表上留个名字，我们会通知你们。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今天辛苦大家了！我们一起拿着手机里的作品，拍一张合照。回家以后，打开 thinknova.top 就能继续做。谢谢大家！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R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R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05840"/>
            <a:ext cx="50292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5029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058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AI 情绪焕新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5"/>
                </a:solidFill>
              </a:rPr>
              <a:t>用 AI 让老照片焕然一新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chemeClr val="accent5"/>
                </a:solidFill>
              </a:rPr>
              <a:t>让回忆动起来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51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ThinkNova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760720" y="914400"/>
            <a:ext cx="2926080" cy="2926080"/>
          </a:xfrm>
          <a:prstGeom prst="ellipse">
            <a:avLst/>
          </a:prstGeom>
          <a:solidFill>
            <a:schemeClr val="accent1">
              <a:alpha val="9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64592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先认识一下：请举手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7101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91717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4300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用过 AI 的，请举手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13969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2260397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201168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家里有孩子、孙子在外地的，请举手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30083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129077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8036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手机里有老照片、全家福的，请举手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31520" y="397764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今天每个人都会用上手机里的照片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今天每个人带走三样作品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560320" cy="3383280"/>
          </a:xfrm>
          <a:prstGeom prst="roundRect">
            <a:avLst>
              <a:gd name="adj" fmla="val 53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0160" y="146304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9616" y="1682496"/>
            <a:ext cx="475488" cy="4754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25603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一张焕新的照片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3200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旧照片变清楚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换个漂亮背景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291840" y="1188720"/>
            <a:ext cx="2560320" cy="3383280"/>
          </a:xfrm>
          <a:prstGeom prst="roundRect">
            <a:avLst>
              <a:gd name="adj" fmla="val 53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14800" y="146304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1682496"/>
            <a:ext cx="475488" cy="4754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29000" y="25603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一段会动的视频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3200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照片里的人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微笑、挥手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126480" y="1188720"/>
            <a:ext cx="2560320" cy="3383280"/>
          </a:xfrm>
          <a:prstGeom prst="roundRect">
            <a:avLst>
              <a:gd name="adj" fmla="val 53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949440" y="146304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896" y="1682496"/>
            <a:ext cx="475488" cy="4754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63640" y="25603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一张节日祝福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3200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发给家人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和朋友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AI 是什么？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3383280"/>
          </a:xfrm>
          <a:prstGeom prst="roundRect">
            <a:avLst>
              <a:gd name="adj" fmla="val 40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00200"/>
            <a:ext cx="1371600" cy="13716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1929384"/>
            <a:ext cx="713232" cy="7132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560320" y="14630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一个很会画画的助手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237744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你给它一张照片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再说一句话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它就帮你画出来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先看几个例子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657600" cy="338328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5400">
            <a:solidFill>
              <a:srgbClr val="5048E5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截图：原来的照片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0" y="1188720"/>
            <a:ext cx="3657600" cy="338328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5400">
            <a:solidFill>
              <a:srgbClr val="5048E5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212080" y="118872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截图：AI 做好的作品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51960" y="2606040"/>
            <a:ext cx="640080" cy="54864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第一步：注册（助教会帮你）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030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030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打开网站 thinknova.top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1717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717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116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点「注册」，填你的邮箱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30403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403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803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去邮箱收验证码，填回来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" y="39090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9090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49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设一个密码（也可以用 Google 账号登录）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303520" y="1143000"/>
            <a:ext cx="3383280" cy="347472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5400">
            <a:solidFill>
              <a:srgbClr val="5048E5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486400" y="11430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截图：注册页面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同桌互相看一看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7101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91717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4300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登录成功了吗？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13969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2260397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201168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能看到左边的「生成」按钮吗？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30083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129077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8036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密码写在纸上了吗？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31520" y="397764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三样都打勾，我们就开始做第一个作品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作品一：打开「图片改图」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030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030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点左边的「生成」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1717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717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116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选「图片改图」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30403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403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803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上传一张你手机里的照片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" y="39090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9090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49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页面没出来？按一下刷新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303520" y="1143000"/>
            <a:ext cx="3383280" cy="347472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5400">
            <a:solidFill>
              <a:srgbClr val="5048E5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486400" y="11430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截图：生成 → 图片改图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这样跟 AI 说，最好用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7101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91717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4300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「把这张旧照片变清楚，颜色鲜艳一点」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13969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2260397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201168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「把背景换成滨海湾花园」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30083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129077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8036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「给照片里的人换上新年的红衣服」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31520" y="397764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一次只说一件事，说得越清楚，画得越好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先知道这一点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3383280"/>
          </a:xfrm>
          <a:prstGeom prst="roundRect">
            <a:avLst>
              <a:gd name="adj" fmla="val 40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00200"/>
            <a:ext cx="1371600" cy="13716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1929384"/>
            <a:ext cx="713232" cy="7132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560320" y="14630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AI 画的人，像本人六七成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237744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每次生成都不太一样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多生成几次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挑一张最像的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练习一：让旧照片焕新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030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030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上传一张旧照片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1717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717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116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写：「把这张旧照片变清楚，颜色鲜艳一点」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30403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403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803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点「生成」，等一下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" y="39090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9090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49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不满意？再生成一次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303520" y="1143000"/>
            <a:ext cx="3383280" cy="347472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5400">
            <a:solidFill>
              <a:srgbClr val="5048E5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486400" y="11430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截图：图片改图的结果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看看前后的变化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657600" cy="338328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5400">
            <a:solidFill>
              <a:srgbClr val="5048E5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截图：原来的照片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0" y="1188720"/>
            <a:ext cx="3657600" cy="338328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5400">
            <a:solidFill>
              <a:srgbClr val="5048E5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5212080" y="118872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截图：焕新后的照片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51960" y="2606040"/>
            <a:ext cx="640080" cy="54864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练习二：换一个漂亮背景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030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030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还是用「图片改图」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1717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717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116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上传一张你喜欢的照片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30403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403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803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写：「把背景换成滨海湾花园」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" y="39090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9090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49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也可以换成你想去的地方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303520" y="1143000"/>
            <a:ext cx="3383280" cy="347472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5400">
            <a:solidFill>
              <a:srgbClr val="5048E5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486400" y="11430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截图：换背景的结果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给同桌看看你的作品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7101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91717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4300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把你最喜欢的一张给同桌看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13969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2260397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201168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说一说：这是谁？在哪里拍的？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30083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129077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8036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互相夸一夸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小窍门：先做一张「参考图」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3383280"/>
          </a:xfrm>
          <a:prstGeom prst="roundRect">
            <a:avLst>
              <a:gd name="adj" fmla="val 40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00200"/>
            <a:ext cx="1371600" cy="13716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1929384"/>
            <a:ext cx="713232" cy="7132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560320" y="14630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视频里的人会更像你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237744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先用「图片改图」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生成一张清楚的正面照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再拿它去做视频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作品二：让照片动起来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030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030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点「生成」，选「照片生成视频」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1717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717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116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上传刚才做好的参考图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30403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403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803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写一个简单的动作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" y="39090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9090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49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选 6 秒，点「生成」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303520" y="1143000"/>
            <a:ext cx="3383280" cy="347472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5400">
            <a:solidFill>
              <a:srgbClr val="5048E5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486400" y="11430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截图：照片生成视频页面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让照片动起来，这样说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7101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91717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4300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「照片里的人慢慢微笑」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13969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2260397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201168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「照片里的人向镜头挥挥手」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30083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129077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8036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「两个人看着对方，开心地笑」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31520" y="397764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动作越简单越自然，一次只说一个动作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做视频要耐心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3383280"/>
          </a:xfrm>
          <a:prstGeom prst="roundRect">
            <a:avLst>
              <a:gd name="adj" fmla="val 40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00200"/>
            <a:ext cx="1371600" cy="13716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1929384"/>
            <a:ext cx="713232" cy="7132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560320" y="14630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每段要等 3 到 5 分钟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237744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我们分组轮流点「生成」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每组五六个人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出错了？再点一次就好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大家来投票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7101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91717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4300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每组选一段最喜欢的视频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13969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2260397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201168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放到大屏幕上给大家看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30083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129077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8036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举手投票，选出今天的「最佳作品」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作品三：做一张节日祝福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030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030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点「海报制作」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1717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717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116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选「节日节气祝福图」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30403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403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803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照着下一页填写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" y="39090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9090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49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点「生成」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303520" y="1143000"/>
            <a:ext cx="3383280" cy="347472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5400">
            <a:solidFill>
              <a:srgbClr val="5048E5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486400" y="11430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截图：节日节气祝福图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这样填就可以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7101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91717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4300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「商品 / 服务名称」：写祝福主题，比如「新年快乐 全家福」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13969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2260397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201168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「补充说明」：写节日和感觉，比如「新年，喜庆，红色」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30083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129077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8036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其他格子，不用填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31520" y="397764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生成后看一看，图上的字有没有写错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练习：做一张节日祝福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030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030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选一个节日：新年、屠妖节、圣诞节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1717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717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116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照着刚才的方法填写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30403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403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803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点「生成」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" y="39090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9090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49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挑一张最喜欢的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303520" y="1143000"/>
            <a:ext cx="3383280" cy="347472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5400">
            <a:solidFill>
              <a:srgbClr val="5048E5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486400" y="11430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截图：节日祝福成品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做生意的，也能用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3383280"/>
          </a:xfrm>
          <a:prstGeom prst="roundRect">
            <a:avLst>
              <a:gd name="adj" fmla="val 40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00200"/>
            <a:ext cx="1371600" cy="13716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1929384"/>
            <a:ext cx="713232" cy="7132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560320" y="14630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给店铺做一张节日海报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237744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同一个入口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填上店名、优惠和地址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就是一张店铺节日海报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存到手机，发给家人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030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030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点作品上的「下载」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1717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717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116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存到手机相册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30403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403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803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打开 WhatsApp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57200" y="39090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9090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749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选家人，发送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303520" y="1143000"/>
            <a:ext cx="3383280" cy="347472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25400">
            <a:solidFill>
              <a:srgbClr val="5048E5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486400" y="114300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截图：下载按钮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现在就发给家人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7101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91717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4300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把三样作品发给你的家人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13969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2260397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201168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告诉他们：这是我用 AI 做的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30083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129077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8036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看看谁先收到回复！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小心：骗子也在用 AI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3383280"/>
          </a:xfrm>
          <a:prstGeom prst="roundRect">
            <a:avLst>
              <a:gd name="adj" fmla="val 40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00200"/>
            <a:ext cx="1371600" cy="13716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1929384"/>
            <a:ext cx="713232" cy="7132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560320" y="14630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AI 能做出假的视频和声音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237744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看起来、听起来都像你的家人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但其实是骗子做的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目的是骗你的钱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遇到这些情况，先停一停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7101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91717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4300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「家人」突然找你要钱、要转账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13969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2260397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201168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催得很急，叫你不要告诉别人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30083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129077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8036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不让你打电话确认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31520" y="397764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先挂掉，再打给家人本人确认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四条安全提醒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7101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91717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4300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作品没有水印，分享时说明是 AI 做的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201168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13969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2260397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201168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用别人的照片，先问过本人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457200" y="288036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300837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129077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8036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身份证、银行卡，不要拍进照片里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457200" y="3749040"/>
            <a:ext cx="8229600" cy="758952"/>
          </a:xfrm>
          <a:prstGeom prst="roundRect">
            <a:avLst>
              <a:gd name="adj" fmla="val 1807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40080" y="3877056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997757"/>
            <a:ext cx="261518" cy="26151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3749040"/>
            <a:ext cx="7178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有人用视频或语音找你要钱，先打电话确认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遇到问题怎么办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564642"/>
          </a:xfrm>
          <a:prstGeom prst="roundRect">
            <a:avLst>
              <a:gd name="adj" fmla="val 242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173861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294562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43000"/>
            <a:ext cx="7178040" cy="5646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页面没出来 → 按一下刷新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57200" y="1817370"/>
            <a:ext cx="8229600" cy="564642"/>
          </a:xfrm>
          <a:prstGeom prst="roundRect">
            <a:avLst>
              <a:gd name="adj" fmla="val 242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848231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1968932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1817370"/>
            <a:ext cx="7178040" cy="5646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不太像本人 → 多生成几次，或先做一张参考图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457200" y="2491740"/>
            <a:ext cx="8229600" cy="564642"/>
          </a:xfrm>
          <a:prstGeom prst="roundRect">
            <a:avLst>
              <a:gd name="adj" fmla="val 242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2522601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2643302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491740"/>
            <a:ext cx="7178040" cy="5646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视频等很久 → 要等 3 到 5 分钟，不要重复点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457200" y="3166110"/>
            <a:ext cx="8229600" cy="564642"/>
          </a:xfrm>
          <a:prstGeom prst="roundRect">
            <a:avLst>
              <a:gd name="adj" fmla="val 242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40080" y="3196971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317672"/>
            <a:ext cx="261518" cy="26151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3166110"/>
            <a:ext cx="7178040" cy="5646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出现错误 → 再点一次「生成」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731520" y="397764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积分：一张图 6 积分，一段 6 秒视频 24 积分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家里有人做生意吗？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3383280"/>
          </a:xfrm>
          <a:prstGeom prst="roundRect">
            <a:avLst>
              <a:gd name="adj" fmla="val 40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00200"/>
            <a:ext cx="1371600" cy="13716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144" y="1929384"/>
            <a:ext cx="713232" cy="7132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560320" y="14630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我们还有「小生意 AI 课」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2377440"/>
            <a:ext cx="5852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教用 AI 排计划、整理邮件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管客户、做报告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有兴趣的，请填一下登记表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54864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058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谢谢大家！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我们一起合照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5"/>
                </a:solidFill>
              </a:rPr>
              <a:t>thinknova.top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760720" y="914400"/>
            <a:ext cx="2926080" cy="2926080"/>
          </a:xfrm>
          <a:prstGeom prst="ellipse">
            <a:avLst/>
          </a:prstGeom>
          <a:solidFill>
            <a:schemeClr val="accent2">
              <a:alpha val="90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64592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inkNova Senior Class">
  <a:themeElements>
    <a:clrScheme name="ThinkNova Senior Class">
      <a:dk1>
        <a:srgbClr val="1C1D3A"/>
      </a:dk1>
      <a:lt1>
        <a:srgbClr val="FFFFFF"/>
      </a:lt1>
      <a:dk2>
        <a:srgbClr val="3D4166"/>
      </a:dk2>
      <a:lt2>
        <a:srgbClr val="FFF4EC"/>
      </a:lt2>
      <a:accent1>
        <a:srgbClr val="F0592A"/>
      </a:accent1>
      <a:accent2>
        <a:srgbClr val="5048E5"/>
      </a:accent2>
      <a:accent3>
        <a:srgbClr val="12A594"/>
      </a:accent3>
      <a:accent4>
        <a:srgbClr val="F2B33D"/>
      </a:accent4>
      <a:accent5>
        <a:srgbClr val="C9C6F0"/>
      </a:accent5>
      <a:accent6>
        <a:srgbClr val="E5484D"/>
      </a:accent6>
      <a:hlink>
        <a:srgbClr val="5048E5"/>
      </a:hlink>
      <a:folHlink>
        <a:srgbClr val="8A84E8"/>
      </a:folHlink>
    </a:clrScheme>
    <a:fontScheme name="ThinkNova Senior Class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ThinkNova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情绪焕新</dc:title>
  <dc:subject>PptxGenJS Presentation</dc:subject>
  <dc:creator>ThinkNova</dc:creator>
  <cp:lastModifiedBy>ThinkNova</cp:lastModifiedBy>
  <cp:revision>1</cp:revision>
  <dcterms:created xsi:type="dcterms:W3CDTF">2026-10-13T17:34:58Z</dcterms:created>
  <dcterms:modified xsi:type="dcterms:W3CDTF">2026-10-13T17:34:58Z</dcterms:modified>
</cp:coreProperties>
</file>