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大家好！欢迎来到「AI 情绪焕新」。今天不讲难的东西，我们一起动手，用 AI 把家里的照片变新、变好看，还能让照片里的人动起来。做好的作品可以马上发给家人。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先做个小调查，请大家举手。用过 AI 的举手？家里有孩子、孙子在外地的举手？手机里有老照片、全家福的举手？很好，今天每个人都会用上自己手机里的照片，做出来的作品可以马上发给想念的家人。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今天每个人都会做出三样作品：一张焕新的照片、一段会动的视频、一张节日祝福。做完都存在手机里，发给孩子、孙子。不用担心学不会，旁边有助教，随时举手。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是什么？大家可以把它想成一个很会画画的助手。你给它一张照片，再用一句话告诉它你想要什么，它就会帮你画出来。今天我们用的网站叫 ThinkNova，上面就有这个画画助手。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能做的事，比大家想的多很多。第一，修复旧照片：发黄的、模糊的、有折痕的老照片，可以变清楚，黑白的还能补上颜色。第二，照片可以变成任何样子：换一身新衣服、换个笑脸、变年轻一点、换到任何地方。第三，做成视频，你哪里都能去：在海边散步、在巴黎旅游、跳舞、骑马，想做什么都可以。今天我们就一样一样来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我们先看几个例子。左边是原来的照片，右边是 AI 做好的作品。等一下，大家都能自己做出这样的作品。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第一步先注册。打开网站 thinknova.top，点注册，填你的邮箱。然后去邮箱收一封验证码，把验证码填回来，再设一个密码。有 Google 账号的，也可以直接用 Google 账号登录。密码请写在纸上记好。验证码有时候来得慢，等一下再刷新邮箱。卡住了马上举手。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现在请同桌互相看一看：登录成功了吗？能看到左边的「生成」按钮吗？密码写在纸上了吗？三样都没问题，我们就开始做第一个作品。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好，我们开始做第一个作品：照片焕新。可以修复旧照片，也可以让照片变成你想要的任何样子。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第一个作品：让照片焕然一新。点左边的「生成」，在弹出来的选项里选「图片改图」，然后上传一张你手机里的照片。如果点进去页面没有出来，按一下刷新就好了。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 AI 说话，就像跟人说话一样。这里有三句现成的话，可以照着说。一次只说一件事，说得越清楚，它画得越好。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先跟大家说一个实话：AI 画出来的人，大概像本人六七成，而且每次生成都不太一样。这是正常的。所以我们的办法是：多生成几次，挑一张最像的。等一下我还会教大家一个小窍门，让视频里的人更像自己。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我们来做第一个练习：修复旧照片。上传一张旧照片，家里的老照片用手机翻拍下来也可以。写「修复这张旧照片，去掉折痕，变清楚，补上颜色」，点生成，等一下。不满意就再生成一次，挑最喜欢的。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大家看，左边是原来的旧照片，右边是修复后的照片。你的作品是不是也变清楚了？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练习：让照片变成你想要的样子。还是用图片改图，上传一张你的照片。可以换地方，比如写「把背景换成巴黎铁塔」；也可以换样子，比如「穿上旗袍，开心地笑」。想去哪里、想变成什么样，就写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现在请大家把最喜欢的一张作品给同桌看，说一说照片里是谁、在哪里拍的。互相夸一夸！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第二个作品，是今天最好玩的：做视频。做视频其实就是打几个字的事，你想去哪里、想做什么，写一句话，AI 就帮你做出来。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教大家一个小窍门。要让视频里的人更像自己，先用图片改图，把你的照片生成一张清楚的正面照，这张叫「参考图」。再拿这张参考图去做视频，出来的人会更像你。比如可以写：「生成一张清楚的正面半身照，光线明亮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做视频很简单。点生成，选「照片生成视频」，上传刚才做好的参考图。然后打一句话，说清楚两件事：在哪里，做什么。秒数选 6 秒，点生成。就这么简单。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视频里，你可以去任何地方、做任何事，打出来就行。比如「照片里的人在巴黎铁塔前开心地跳舞」「在海边骑着马奔跑」「在雪山上滑雪」。一句话说清楚两件事：在哪里，做什么。大家想一想，你最想去哪里？最想做什么？写下来。如果出来的地方不太对，可以先用图片改图把自己换到那个地方，再拿这张图做视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做视频需要时间，每段大概要等 3 到 5 分钟。大家同时点，会排队变慢，所以我们分组轮流点生成，每组五六个人。如果出现错误提示，不用担心，再点一次就好。等的时候不要重复点。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视频都做好了吗？每组选一段最喜欢的、最有想象力的，我们放到大屏幕上，大家举手投票，选出今天的最佳作品！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第三个作品：节日祝福。做好就可以马上发给家人。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第三个作品：节日祝福。点「海报制作」，选「节日节气祝福图」，照着下一页的方法填写，然后点生成。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这个入口本来是给店铺用的，所以要填一点技巧。「商品或服务名称」那一栏，写你的祝福主题，比如「新年快乐 全家福」。「补充说明」写节日和想要的感觉，比如「新年、喜庆、红色」。其他格子可以不填。生成以后看一看图上的字有没有写错，写错了就再生成一次。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现在大家选一个节日，新年、屠妖节、圣诞节都可以，照着刚才的方法填写，点生成，挑一张最喜欢的。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如果家里有做生意的，比如开咖啡店、杂货店，同一个入口就能做店铺的节日海报：填上店名、优惠活动和地址，就是一张店铺的节日海报。我现在演示给大家看。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作品做好了，我们把它发给家人。点作品上的下载，存到手机相册，打开 WhatsApp，选你想发的家人，发送。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现在就把三样作品发给家人吧！记得告诉他们：这是我用 AI 做的。我们看看谁先收到回复！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最后提醒一句。今天大家亲手做过了，知道 AI 能做出很像真的照片和视频。骗子也会用：网上的照片、视频、直播里的人，甚至电话里的声音，都可能是 AI 做的。所以有人找你要钱，不管看起来多像，先打电话给本人确认。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自己用的时候，也有三条提醒。第一，我们做的作品没有水印，看不出是 AI 做的，所以分享时说明是 AI 做的。第二，用别人的照片先问过本人。第三，身份证、银行卡不要拍进照片里。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常见问题：页面没出来，按刷新；不太像本人，多生成几次，或者先做一张参考图；视频等很久，是正常的，要等 3 到 5 分钟，不要重复点；出现错误，再点一次生成。还有积分：做一张图用 6 积分，一段 6 秒的视频用 24 积分，大家可以在账号里看到剩下多少。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最后问一下大家：家里有没有人做生意？我们还有一门专门的小生意 AI 课，教用 AI 排计划、整理邮件、管客户、做报告。有兴趣的，请在登记表上留个名字，我们会通知你们。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今天辛苦大家了！我们一起拿着手机里的作品，拍一张合照。回家以后，打开 thinknova.top 就能继续做。谢谢大家！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80467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D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47548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43200"/>
            <a:ext cx="47548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AI 情绪焕新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43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用 AI 让老照片焕然一新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让回忆动起来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343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ThinkNova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rot="480000">
            <a:off x="6720840" y="1828800"/>
            <a:ext cx="2011680" cy="228600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480000">
            <a:off x="6858594" y="1950693"/>
            <a:ext cx="1770278" cy="17995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480000">
            <a:off x="6968322" y="2389490"/>
            <a:ext cx="1550822" cy="92194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 rot="-240000">
            <a:off x="5074920" y="2491740"/>
            <a:ext cx="1828800" cy="205740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 rot="-240000">
            <a:off x="5175718" y="2601780"/>
            <a:ext cx="1609344" cy="1581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240000">
            <a:off x="5285446" y="2958318"/>
            <a:ext cx="1389888" cy="86883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 rot="-360000">
            <a:off x="5669280" y="594360"/>
            <a:ext cx="2286000" cy="256032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 rot="-360000">
            <a:off x="5792198" y="732266"/>
            <a:ext cx="2011680" cy="201350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360000">
            <a:off x="5901926" y="868540"/>
            <a:ext cx="1792224" cy="17409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先认识一下：请举手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互动时间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193548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74520"/>
            <a:ext cx="47548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用过 AI 的，请举手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545080"/>
            <a:ext cx="47548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孩子、孙子在外地的，请举手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2766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215640"/>
            <a:ext cx="47548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手机里有老照片的，请举手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2651760" cy="26517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25879"/>
            <a:ext cx="2468880" cy="2126081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4023360"/>
            <a:ext cx="5440680" cy="5669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今天每个人都会用上手机里的照片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今天每个人带走三样作品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499360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EFE4E0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441" y="1444752"/>
            <a:ext cx="1241759" cy="1234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一张焕新的照片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383280"/>
            <a:ext cx="231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修复旧照片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或换个样子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3322320" y="1280160"/>
            <a:ext cx="2499360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EFE4E0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13" y="1444752"/>
            <a:ext cx="1042774" cy="12344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1376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一段会动的视频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413760" y="3383280"/>
            <a:ext cx="231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去想去的地方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做想做的事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096000" y="1280160"/>
            <a:ext cx="2499360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EFE4E0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306" y="1444752"/>
            <a:ext cx="1974749" cy="12344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18744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一张节日祝福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187440" y="3383280"/>
            <a:ext cx="231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发给家人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和朋友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AI 是什么？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一个很会画画的助手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你给它一张照片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再说一句话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它就帮你画出来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2743200" cy="2743200"/>
          </a:xfrm>
          <a:prstGeom prst="ellipse">
            <a:avLst/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2050709"/>
            <a:ext cx="2834640" cy="165930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AI 能做的事，比你想的多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499360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EFE4E0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859" y="1444752"/>
            <a:ext cx="1782922" cy="1234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修复旧照片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383280"/>
            <a:ext cx="231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发黄模糊有折痕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都能变清楚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3322320" y="1280160"/>
            <a:ext cx="2499360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EFE4E0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3090" y="1444752"/>
            <a:ext cx="1277821" cy="12344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1376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变成任何样子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413760" y="3383280"/>
            <a:ext cx="231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换衣服、换表情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换个地方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096000" y="1280160"/>
            <a:ext cx="2499360" cy="3429000"/>
          </a:xfrm>
          <a:prstGeom prst="rect">
            <a:avLst/>
          </a:prstGeom>
          <a:solidFill>
            <a:schemeClr val="bg1"/>
          </a:solidFill>
          <a:ln w="9525">
            <a:solidFill>
              <a:srgbClr val="EFE4E0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7442" y="1444752"/>
            <a:ext cx="2076475" cy="12344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18744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去任何地方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187440" y="3383280"/>
            <a:ext cx="231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海边散步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巴黎旅游、跳舞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先看几个例子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 rot="-180000">
            <a:off x="914400" y="1234440"/>
            <a:ext cx="3200400" cy="320040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 rot="-180000">
            <a:off x="1049697" y="1381032"/>
            <a:ext cx="2907792" cy="2487168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截图：原来的照片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 rot="-180000">
            <a:off x="1129617" y="3920971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 rot="180000">
            <a:off x="5029200" y="1234440"/>
            <a:ext cx="3200400" cy="320040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 rot="180000">
            <a:off x="5186511" y="1381032"/>
            <a:ext cx="2907792" cy="2487168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截图：AI 做好的作品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 rot="180000">
            <a:off x="5106591" y="3920971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做好的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160520" y="2514600"/>
            <a:ext cx="822960" cy="594360"/>
          </a:xfrm>
          <a:prstGeom prst="rightArrow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第一步：注册（助教会帮你）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打开网站 thinknova.top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点「注册」，填你的邮箱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去邮箱收验证码，填回来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设一个密码，写在纸上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截图：注册页面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同桌互相看一看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互动时间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193548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74520"/>
            <a:ext cx="47548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登录成功了吗？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545080"/>
            <a:ext cx="47548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能看到左边的「生成」按钮吗？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2766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215640"/>
            <a:ext cx="47548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密码写在纸上了吗？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2651760" cy="26517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23870"/>
            <a:ext cx="2468880" cy="2130099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4023360"/>
            <a:ext cx="5431536" cy="5669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都打勾了，就开始做第一个作品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463040" cy="5029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作品一</a:t>
            </a:r>
            <a:endParaRPr lang="en-US" sz="2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2344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照片焕新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2743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修复旧照片，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或者变成你想要的样子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 rot="-360000">
            <a:off x="5303520" y="868680"/>
            <a:ext cx="3108960" cy="338328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360000">
            <a:off x="5429179" y="1016066"/>
            <a:ext cx="2816352" cy="269565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360000">
            <a:off x="5610958" y="1125794"/>
            <a:ext cx="2452793" cy="24761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作品一：打开「图片改图」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点左边的「生成」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选「图片改图」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上传一张你手机里的照片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页面没出来？按一下刷新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截图：生成 → 图片改图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这样跟 AI 说，最好用</a:t>
            </a:r>
            <a:endParaRPr lang="en-US" sz="3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41129"/>
            <a:ext cx="2377440" cy="20383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926080" y="1325880"/>
            <a:ext cx="5669280" cy="640080"/>
          </a:xfrm>
          <a:prstGeom prst="roundRect">
            <a:avLst>
              <a:gd name="adj" fmla="val 25714"/>
            </a:avLst>
          </a:prstGeom>
          <a:solidFill>
            <a:schemeClr val="accent3"/>
          </a:solidFill>
          <a:ln w="9525">
            <a:solidFill>
              <a:srgbClr val="BFE5A6"/>
            </a:solidFill>
          </a:ln>
          <a:effectLst>
            <a:outerShdw sx="100000" sy="100000" kx="0" ky="0" algn="bl" rotWithShape="0" blurRad="38100" dist="12700" dir="5400000">
              <a:srgbClr val="000000">
                <a:alpha val="15000"/>
              </a:srgbClr>
            </a:outerShdw>
          </a:effectLst>
        </p:spPr>
        <p:txBody>
          <a:bodyPr wrap="square" lIns="0" tIns="177800" rIns="17780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「修复这张旧照片，去掉折痕，变清楚」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53712" y="2130552"/>
            <a:ext cx="4041648" cy="640080"/>
          </a:xfrm>
          <a:prstGeom prst="roundRect">
            <a:avLst>
              <a:gd name="adj" fmla="val 25714"/>
            </a:avLst>
          </a:prstGeom>
          <a:solidFill>
            <a:schemeClr val="accent3"/>
          </a:solidFill>
          <a:ln w="9525">
            <a:solidFill>
              <a:srgbClr val="BFE5A6"/>
            </a:solidFill>
          </a:ln>
          <a:effectLst>
            <a:outerShdw sx="100000" sy="100000" kx="0" ky="0" algn="bl" rotWithShape="0" blurRad="38100" dist="12700" dir="5400000">
              <a:srgbClr val="000000">
                <a:alpha val="15000"/>
              </a:srgbClr>
            </a:outerShdw>
          </a:effectLst>
        </p:spPr>
        <p:txBody>
          <a:bodyPr wrap="square" lIns="0" tIns="177800" rIns="17780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「把背景换成滨海湾花园」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3419856" y="2935224"/>
            <a:ext cx="5175504" cy="640080"/>
          </a:xfrm>
          <a:prstGeom prst="roundRect">
            <a:avLst>
              <a:gd name="adj" fmla="val 25714"/>
            </a:avLst>
          </a:prstGeom>
          <a:solidFill>
            <a:schemeClr val="accent3"/>
          </a:solidFill>
          <a:ln w="9525">
            <a:solidFill>
              <a:srgbClr val="BFE5A6"/>
            </a:solidFill>
          </a:ln>
          <a:effectLst>
            <a:outerShdw sx="100000" sy="100000" kx="0" ky="0" algn="bl" rotWithShape="0" blurRad="38100" dist="12700" dir="5400000">
              <a:srgbClr val="000000">
                <a:alpha val="15000"/>
              </a:srgbClr>
            </a:outerShdw>
          </a:effectLst>
        </p:spPr>
        <p:txBody>
          <a:bodyPr wrap="square" lIns="0" tIns="177800" rIns="17780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「给照片里的人换上新年的红衣服」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48640" y="4023360"/>
            <a:ext cx="6748272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一次只说一件事，说得越清楚，画得越好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先知道这一点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画的人，像本人六七成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每次生成都不太一样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多生成几次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挑一张最像的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2743200" cy="2743200"/>
          </a:xfrm>
          <a:prstGeom prst="ellipse">
            <a:avLst/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778226"/>
            <a:ext cx="2834640" cy="22042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练习一：修复一张旧照片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上传一张旧照片（翻拍也行）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写：「修复旧照片，补上颜色」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点「生成」，等一下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不满意？再生成一次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截图：图片改图的结果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看看前后的变化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 rot="-180000">
            <a:off x="914400" y="1234440"/>
            <a:ext cx="3200400" cy="320040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 rot="-180000">
            <a:off x="1049697" y="1381032"/>
            <a:ext cx="2907792" cy="2487168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截图：原来的照片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 rot="-180000">
            <a:off x="1129617" y="3920971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 rot="180000">
            <a:off x="5029200" y="1234440"/>
            <a:ext cx="3200400" cy="320040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 rot="180000">
            <a:off x="5186511" y="1381032"/>
            <a:ext cx="2907792" cy="2487168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截图：修复后的照片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 rot="180000">
            <a:off x="5106591" y="3920971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做好的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160520" y="2514600"/>
            <a:ext cx="822960" cy="594360"/>
          </a:xfrm>
          <a:prstGeom prst="rightArrow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练习二：变成你想要的样子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用「图片改图」上传你的照片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换地方：「背景换成巴黎铁塔」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换样子：「穿上旗袍，笑一笑」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想到什么，就写什么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截图：换样子的结果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给同桌看看你的作品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互动时间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745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把你最喜欢的一张给同桌看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7889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说一说：这是谁？在哪里拍的？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7033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互相夸一夸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2651760" cy="26517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818662"/>
            <a:ext cx="2468880" cy="19405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463040" cy="5029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作品二</a:t>
            </a:r>
            <a:endParaRPr lang="en-US" sz="2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2344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走进视频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2743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打几个字，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让自己去任何地方、做任何事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 rot="-360000">
            <a:off x="5303520" y="868680"/>
            <a:ext cx="3108960" cy="338328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360000">
            <a:off x="5429179" y="1016066"/>
            <a:ext cx="2816352" cy="269565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360000">
            <a:off x="5538907" y="1498613"/>
            <a:ext cx="2596896" cy="17305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小窍门：先做一张「参考图」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视频里的人会更像你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先用「图片改图」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生成一张清楚的正面照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再拿它去做视频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2743200" cy="2743200"/>
          </a:xfrm>
          <a:prstGeom prst="ellipse">
            <a:avLst/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886946"/>
            <a:ext cx="2834640" cy="19868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作品二：打一句话，做一段视频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点「生成」→「照片生成视频」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上传刚才做好的参考图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打一句话：在哪里，做什么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 6 秒，点「生成」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截图：照片生成视频页面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想去哪里、做什么，打出来就行</a:t>
            </a:r>
            <a:endParaRPr lang="en-US" sz="3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60803"/>
            <a:ext cx="2377440" cy="239903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926080" y="1325880"/>
            <a:ext cx="5669280" cy="640080"/>
          </a:xfrm>
          <a:prstGeom prst="roundRect">
            <a:avLst>
              <a:gd name="adj" fmla="val 25714"/>
            </a:avLst>
          </a:prstGeom>
          <a:solidFill>
            <a:schemeClr val="accent3"/>
          </a:solidFill>
          <a:ln w="9525">
            <a:solidFill>
              <a:srgbClr val="BFE5A6"/>
            </a:solidFill>
          </a:ln>
          <a:effectLst>
            <a:outerShdw sx="100000" sy="100000" kx="0" ky="0" algn="bl" rotWithShape="0" blurRad="38100" dist="12700" dir="5400000">
              <a:srgbClr val="000000">
                <a:alpha val="15000"/>
              </a:srgbClr>
            </a:outerShdw>
          </a:effectLst>
        </p:spPr>
        <p:txBody>
          <a:bodyPr wrap="square" lIns="0" tIns="177800" rIns="17780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「照片里的人在巴黎铁塔前开心地跳舞」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3703320" y="2130552"/>
            <a:ext cx="4892040" cy="640080"/>
          </a:xfrm>
          <a:prstGeom prst="roundRect">
            <a:avLst>
              <a:gd name="adj" fmla="val 25714"/>
            </a:avLst>
          </a:prstGeom>
          <a:solidFill>
            <a:schemeClr val="accent3"/>
          </a:solidFill>
          <a:ln w="9525">
            <a:solidFill>
              <a:srgbClr val="BFE5A6"/>
            </a:solidFill>
          </a:ln>
          <a:effectLst>
            <a:outerShdw sx="100000" sy="100000" kx="0" ky="0" algn="bl" rotWithShape="0" blurRad="38100" dist="12700" dir="5400000">
              <a:srgbClr val="000000">
                <a:alpha val="15000"/>
              </a:srgbClr>
            </a:outerShdw>
          </a:effectLst>
        </p:spPr>
        <p:txBody>
          <a:bodyPr wrap="square" lIns="0" tIns="177800" rIns="17780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「照片里的人在海边骑着马奔跑」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270248" y="2935224"/>
            <a:ext cx="4325112" cy="640080"/>
          </a:xfrm>
          <a:prstGeom prst="roundRect">
            <a:avLst>
              <a:gd name="adj" fmla="val 25714"/>
            </a:avLst>
          </a:prstGeom>
          <a:solidFill>
            <a:schemeClr val="accent3"/>
          </a:solidFill>
          <a:ln w="9525">
            <a:solidFill>
              <a:srgbClr val="BFE5A6"/>
            </a:solidFill>
          </a:ln>
          <a:effectLst>
            <a:outerShdw sx="100000" sy="100000" kx="0" ky="0" algn="bl" rotWithShape="0" blurRad="38100" dist="12700" dir="5400000">
              <a:srgbClr val="000000">
                <a:alpha val="15000"/>
              </a:srgbClr>
            </a:outerShdw>
          </a:effectLst>
        </p:spPr>
        <p:txBody>
          <a:bodyPr wrap="square" lIns="0" tIns="177800" rIns="17780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「照片里的人在雪山上滑雪」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48640" y="4023360"/>
            <a:ext cx="5760720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 = 在哪里 + 做什么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做视频要耐心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每段要等 3 到 5 分钟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我们分组轮流点「生成」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每组五六个人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出错了？再点一次就好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2743200" cy="2743200"/>
          </a:xfrm>
          <a:prstGeom prst="ellipse">
            <a:avLst/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707988"/>
            <a:ext cx="2834640" cy="2344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大家来投票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互动时间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745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每组选一段最喜欢的视频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7889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放到大屏幕上给大家看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7033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举手投票，选出「最佳作品」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2651760" cy="26517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666" y="1600200"/>
            <a:ext cx="2359707" cy="2377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463040" cy="5029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作品三</a:t>
            </a:r>
            <a:endParaRPr lang="en-US" sz="2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2344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节日祝福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2743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做一张祝福图，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马上发给家人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 rot="-360000">
            <a:off x="5303520" y="868680"/>
            <a:ext cx="3108960" cy="338328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360000">
            <a:off x="5429179" y="1016066"/>
            <a:ext cx="2816352" cy="269565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360000">
            <a:off x="5538907" y="1589215"/>
            <a:ext cx="2596896" cy="154935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作品三：做一张节日祝福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点「海报制作」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选「节日节气祝福图」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照着下一页填写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点「生成」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截图：节日节气祝福图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这样填就可以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63372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325880"/>
            <a:ext cx="484632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「商品/服务名称」：写祝福主题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487168"/>
            <a:ext cx="237744" cy="237744"/>
          </a:xfrm>
          <a:prstGeom prst="ellipse">
            <a:avLst/>
          </a:prstGeom>
          <a:solidFill>
            <a:srgbClr val="F4B740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179320"/>
            <a:ext cx="484632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「补充说明」：写节日和感觉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85800" y="334060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3032760"/>
            <a:ext cx="484632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其他格子，不用填</a:t>
            </a:r>
            <a:endParaRPr lang="en-US" sz="2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2198036"/>
            <a:ext cx="2377440" cy="13646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023360"/>
            <a:ext cx="5440680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生成后看一看，图上的字有没有写错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练习：做一张节日祝福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选个节日：新年、屠妖节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照着刚才的方法填写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点「生成」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挑一张最喜欢的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截图：节日祝福成品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做生意的，也能用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给店铺做一张节日海报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同一个入口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填上店名、优惠和地址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就是一张店铺节日海报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2743200" cy="2743200"/>
          </a:xfrm>
          <a:prstGeom prst="ellipse">
            <a:avLst/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812564"/>
            <a:ext cx="2834640" cy="21355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存到手机，发给家人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253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2801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点作品上的「下载」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25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74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存到手机相册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13982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99466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WhatsApp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997071"/>
            <a:ext cx="566928" cy="56692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851910"/>
            <a:ext cx="4343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选家人，发送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 rot="150000">
            <a:off x="5920740" y="1280160"/>
            <a:ext cx="2697480" cy="310896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50000">
            <a:off x="6074702" y="1426631"/>
            <a:ext cx="2404872" cy="2465222"/>
          </a:xfrm>
          <a:prstGeom prst="rect">
            <a:avLst/>
          </a:prstGeom>
          <a:solidFill>
            <a:srgbClr val="FBF6F4"/>
          </a:solidFill>
          <a:ln w="19050">
            <a:solidFill>
              <a:srgbClr val="D9C3BC"/>
            </a:solidFill>
            <a:prstDash val="dash"/>
          </a:ln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截图：下载按钮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现在就发给家人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互动时间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8745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把三样作品发给你的家人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7889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告诉他们：这是我用 AI 做的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37033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看看谁先收到回复！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2651760" cy="26517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2405" y="1600200"/>
            <a:ext cx="2294230" cy="2377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小心：骗子也在用 AI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63372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325880"/>
            <a:ext cx="484632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网上的照片，可能是 AI 做的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487168"/>
            <a:ext cx="237744" cy="237744"/>
          </a:xfrm>
          <a:prstGeom prst="ellipse">
            <a:avLst/>
          </a:prstGeom>
          <a:solidFill>
            <a:srgbClr val="F4B740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179320"/>
            <a:ext cx="484632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视频、直播，也可能是 AI 做的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85800" y="334060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3032760"/>
            <a:ext cx="484632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电话里的声音，也可能是 AI 学的</a:t>
            </a:r>
            <a:endParaRPr lang="en-US" sz="2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52403"/>
            <a:ext cx="2377440" cy="245591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4023360"/>
            <a:ext cx="5440680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有人找你要钱，先打电话给本人确认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三条使用提醒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66420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325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分享作品时，说明是 AI 做的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578608"/>
            <a:ext cx="237744" cy="237744"/>
          </a:xfrm>
          <a:prstGeom prst="ellipse">
            <a:avLst/>
          </a:prstGeom>
          <a:solidFill>
            <a:srgbClr val="F4B740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240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用别人的照片，先问过本人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85800" y="349300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31546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身份证、银行卡，不要拍进照片里</a:t>
            </a:r>
            <a:endParaRPr lang="en-US" sz="2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848276"/>
            <a:ext cx="2377440" cy="20641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遇到问题怎么办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52704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32588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页面没出来 → 按一下刷新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167128"/>
            <a:ext cx="237744" cy="237744"/>
          </a:xfrm>
          <a:prstGeom prst="ellipse">
            <a:avLst/>
          </a:prstGeom>
          <a:solidFill>
            <a:srgbClr val="F4B740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96596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不太像本人 → 多生成几次，或先做一张参考图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85800" y="2807208"/>
            <a:ext cx="237744" cy="237744"/>
          </a:xfrm>
          <a:prstGeom prst="ellipse">
            <a:avLst/>
          </a:prstGeom>
          <a:solidFill>
            <a:srgbClr val="B8352A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43000" y="26060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视频等很久 → 要等 3 到 5 分钟，不要重复点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85800" y="3447288"/>
            <a:ext cx="237744" cy="237744"/>
          </a:xfrm>
          <a:prstGeom prst="ellipse">
            <a:avLst/>
          </a:prstGeom>
          <a:solidFill>
            <a:srgbClr val="F4B740"/>
          </a:solidFill>
          <a:ln w="12700">
            <a:solidFill>
              <a:srgbClr val="B835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324612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出现错误 → 再点一次「生成」</a:t>
            </a:r>
            <a:endParaRPr lang="en-US" sz="2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7099" y="274320"/>
            <a:ext cx="1362043" cy="9601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" y="4023360"/>
            <a:ext cx="8046720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积分：一张图 6 积分，一段 6 秒视频 24 积分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家里有人做生意吗？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我们还有「小生意 AI 课」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教用 AI 排计划、整理邮件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管客户、做报告</a:t>
            </a:r>
            <a:endParaRPr lang="en-US" sz="2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有兴趣的，请填一下登记表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2743200" cy="2743200"/>
          </a:xfrm>
          <a:prstGeom prst="ellipse">
            <a:avLst/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963114"/>
            <a:ext cx="2834640" cy="183449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091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4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2344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谢谢大家！</a:t>
            </a:r>
            <a:endParaRPr lang="en-US" sz="5400" dirty="0"/>
          </a:p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我们一起合照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743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thinknova.top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 rot="300000">
            <a:off x="5394960" y="868680"/>
            <a:ext cx="3108960" cy="3291840"/>
          </a:xfrm>
          <a:prstGeom prst="rect">
            <a:avLst/>
          </a:prstGeom>
          <a:solidFill>
            <a:schemeClr val="bg1"/>
          </a:solidFill>
          <a:ln w="9525">
            <a:solidFill>
              <a:srgbClr val="E9DDD8"/>
            </a:solidFill>
            <a:prstDash val="solid"/>
          </a:ln>
          <a:effectLst>
            <a:outerShdw sx="100000" sy="100000" kx="0" ky="0" algn="bl" rotWithShape="0" blurRad="101600" dist="38100" dir="3600000">
              <a:srgbClr val="000000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 rot="300000">
            <a:off x="5559594" y="1015784"/>
            <a:ext cx="2816352" cy="2578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300000">
            <a:off x="6126732" y="1125512"/>
            <a:ext cx="1682075" cy="23591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 rot="300000">
            <a:off x="5422518" y="3643271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今天的合照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inkNova 情绪焕新">
  <a:themeElements>
    <a:clrScheme name="ThinkNova 情绪焕新">
      <a:dk1>
        <a:srgbClr val="2B1D1A"/>
      </a:dk1>
      <a:lt1>
        <a:srgbClr val="FFFFFF"/>
      </a:lt1>
      <a:dk2>
        <a:srgbClr val="6B4A42"/>
      </a:dk2>
      <a:lt2>
        <a:srgbClr val="FBEAE5"/>
      </a:lt2>
      <a:accent1>
        <a:srgbClr val="B8352A"/>
      </a:accent1>
      <a:accent2>
        <a:srgbClr val="F4B740"/>
      </a:accent2>
      <a:accent3>
        <a:srgbClr val="DCF8C6"/>
      </a:accent3>
      <a:accent4>
        <a:srgbClr val="1F8A5B"/>
      </a:accent4>
      <a:accent5>
        <a:srgbClr val="D9C3BC"/>
      </a:accent5>
      <a:accent6>
        <a:srgbClr val="8E2219"/>
      </a:accent6>
      <a:hlink>
        <a:srgbClr val="B8352A"/>
      </a:hlink>
      <a:folHlink>
        <a:srgbClr val="8E2219"/>
      </a:folHlink>
    </a:clrScheme>
    <a:fontScheme name="ThinkNova 情绪焕新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ThinkNova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情绪焕新</dc:title>
  <dc:subject>PptxGenJS Presentation</dc:subject>
  <dc:creator>ThinkNova</dc:creator>
  <cp:lastModifiedBy>ThinkNova</cp:lastModifiedBy>
  <cp:revision>1</cp:revision>
  <dcterms:created xsi:type="dcterms:W3CDTF">2026-10-13T21:07:36Z</dcterms:created>
  <dcterms:modified xsi:type="dcterms:W3CDTF">2026-10-13T21:07:36Z</dcterms:modified>
</cp:coreProperties>
</file>