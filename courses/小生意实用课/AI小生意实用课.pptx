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小生意 AI 实用课" id="{8a5489d3-f0dc-dcbe-542a-5b08dbd32fa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大家好。今天这堂课只做一件事：教各位老板用 AI 搭一套自己的「个人自动流」，把每天重复的事交出去。用到两个工具：ChatGPT 为主，Claude 为辅。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做小生意的老板，每天最缺的是时间。很多时间花在重复的事情上：排计划、看邮件、想今天要做什么、琢磨客户、把经验教给新员工。今天我们就把这五件事，一件一件交给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 AI 之前先了解它的四个脾气。它没有记忆，所以我们要给它定规矩、给它资料；它一次能看的有限；每次回答会不一样；最重要的是它会编，数字价格日期一定要自己核对。今天教的每一个自动流，都是围绕这四个脾气设计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今天要搭的就是这五个：排计划、整理邮箱、每日自动汇总、客户分析、行业知识库。前四个用 ChatGPT，最后一个用 Claude。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这是两个工具的分工。注意版本：ChatGPT 要连邮箱和日历，需要 Plus 或以上；Claude 免费版就能连 Gmail 和日历，所以还没开 ChatGPT 付费的老板，前两个自动流可以先用 Claude 做。这些版本限制以官方最新说明为准，课前我们核对过一遍。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后面每个自动流，都靠这四个要素跟 AI 说清楚：它是谁、要做什么、有什么要求、给个样子。四个要素越齐，结果越好。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第一步最重要：给你的 AI 定规矩。这六条是我们团队自己每天在用的工作准则，大家可以直接复制。贴到 ChatGPT 的设置、个性化、自定义指令里，或者 Claude 设置里的 Instructions for Claude。贴好以后，你的 AI 每次回答都会按这六条来：不懂就问、给更好的办法、讲原因、说重点、敢质疑你、先自查再回答。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第一个自动流：排计划。把这周要做的事一条条发给 ChatGPT，告诉它每件事的截止时间、大概要多久、哪些必须你本人做，让它排出先后顺序。连上 Google 日历以后，它还能看你哪天有空。连日历的方法：设置里找到 Plugins，也可能显示为 Apps，选 Google Calendar 连接。它排的是建议，最后由你拍板。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第二个自动流：整理邮箱。在设置的 Plugins 里连上 Gmail，让 ChatGPT 总结未读邮件，分成要回的、要看的、可以不管的三类，再让它帮你起草回复。一定记住：AI 起草的邮件，发出去之前自己看一遍。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第三个自动流：每日自动汇总。打开左边栏的 Scheduled，也就是定时任务，新建一个每天早上运行的任务，写清楚要汇总什么：今天的日程、要回的邮件、待办事项。再到设置的通知里打开推送或邮件提醒，每天早上一醒来就收到一份清单。免费版每天最多跑一次，时间不精确；付费版可以定准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第四个自动流：客户分析。从收银系统或订单系统导出客户表，先把姓名、电话、身份证号这些删掉，再上传给 ChatGPT。先想清楚你要回答哪个生意问题，比如：哪些是回头客、哪些很久没来了、谁买得最多。它算出来的数字，挑几条回原表核对一下。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第五个自动流：行业知识库，用 Claude 的项目功能。新建一个项目，把价目表、常见问题、产品资料、你的经验笔记都传进去，再把刚才那六条规矩贴进项目说明。以后回客人、教新员工，都在这个项目里问，它会照着你的资料回答。记住资料要保持最新，旧的删掉。这个知识库越用越值钱，老员工的经验就变成了店里的资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隐私和安全很重要。新加坡有个人资料保护法 PDPA。第一，上传前删掉客户的姓名、电话、身份证号。第二，ChatGPT 默认会用你的对话训练模型，到设置的 Data controls 里关掉。第三，把客户资料传给 AI，等于把资料传到海外，先确认可以这样做。第四，AI 给的数字和承诺自己核对。第五，AI 做的营销内容要标明。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做营销内容也一样：文案、活动方案、社媒帖子，用今天的方法让 ChatGPT 写；宣传图片 ChatGPT 也能直接生成。如果要做 15 秒的营销视频或海报，可以用我们的 ThinkNova：写几句话或传一张产品图，就能生成，不用拍不用剪。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学的是个人自动流：一个人用，连的是自己的邮箱、日历和资料，出了错自己能发现。企业里还有一种企业自动化工作流：多个人、多个部门一起用，要把订单、库存、客服、财务这些系统串起来，还要管权限、保证稳定、保护数据。这两者难度完全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企业自动化工作流，涉及多个系统、权限和数据安全，这部分需要专业团队来做。我们也提供 AI 解决方案，有需要的老板课后可以找我们聊。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回去第一周，就做这四件事：贴上规矩、连上邮箱日历、设一个每日汇总、建一个知识库。做完这四件，你的个人自动流就搭起来了。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谢谢大家！现在是答疑时间。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AI 小生意实用课 · ThinkNova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N_STATEMENT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600" dirty="0">
                <a:solidFill>
                  <a:schemeClr val="accent5"/>
                </a:solidFill>
              </a:defRPr>
            </a:lvl1pPr>
          </a:lstStyle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AI 小生意实用课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搭一套你自己的个人自动流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2194560" cy="384048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ChatGPT × Claude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主办 · ThinkNova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309360" y="640080"/>
            <a:ext cx="3291840" cy="3291840"/>
          </a:xfrm>
          <a:prstGeom prst="ellipse">
            <a:avLst/>
          </a:prstGeom>
          <a:solidFill>
            <a:schemeClr val="accent2">
              <a:alpha val="8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2743200"/>
            <a:ext cx="2011680" cy="2011680"/>
          </a:xfrm>
          <a:prstGeom prst="ellipse">
            <a:avLst/>
          </a:prstGeom>
          <a:solidFill>
            <a:schemeClr val="accent1">
              <a:alpha val="9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老板最缺的不是工具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是时间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排计划、看邮件、做汇总、懂客户、攒经验：今天把这五件事交给 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AI 的 4 个脾气，先了解再用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天生没记忆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新对话不记得以前，要靠规矩和资料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一次能看的有限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资料太多会漏看，给它最相关的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每次答得不一样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同一个问题，两次答案不同是正常的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会一本正经地编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数字、价格、日期，一定自己核对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今天搭的五个个人自动流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排计划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把一堆事排成先后顺序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766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94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3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812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整理邮箱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0812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未读邮件分类、总结、起草回复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6000" y="105156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788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52" y="137160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0672" y="125272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每日自动汇总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900672" y="178308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每天早上自动告诉你今天要做什么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618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客户分析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618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看出回头客、流失客、大客户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76600" y="2926080"/>
            <a:ext cx="25908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94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352" y="3246120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81272" y="3127248"/>
            <a:ext cx="163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⑤ 行业知识库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081272" y="3657600"/>
            <a:ext cx="1630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把你的经验变成随时能问的资料库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两个工具怎么分工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27432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用什么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需要什么版本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排计划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ChatGPT，连上 Google 日历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Plus 或以上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整理邮箱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ChatGPT，连上 Gmail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Plus 或以上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 每日自动汇总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 的定时任务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免费版也有，付费版能定准时间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客户分析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ChatGPT，上传表格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免费版每天能传 3 个文件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行业知识库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Claude 的「项目」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免费版最多 5 个项目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B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Claude 免费版也能连 Gmail 和日历。没开 ChatGPT Plus 的，① ② 可以先用 Claude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跟 AI 说话的四个要素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5272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371600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① 它是谁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「你是我店里的运营助理」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69180" y="125272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8052" y="137160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90972" y="125272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② 要做什么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490972" y="178308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具体到一件事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127248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24612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618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③ 有什么要求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2618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字数、格式、语气、截止时间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69180" y="3127248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324612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90972" y="3127248"/>
            <a:ext cx="30403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④ 给个样子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490972" y="3657600"/>
            <a:ext cx="30403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贴一个你满意的例子给它学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第一步：先给你的 AI 定规矩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760720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15568"/>
            <a:ext cx="1554480" cy="32918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可以直接复制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6367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367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57276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不要假设我清楚自己想要什么。目标不清楚时，先停下来问我，不要急着给答案。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3055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066544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目标清楚但做法不是最快的，直接告诉我更好的办法。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6243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560320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遇到问题找根本原因，不要只给临时补救。每个建议都要说清楚为什么。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054096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只说重点，删掉一切不影响我做决定的内容。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547872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按第一性原理思考，可以有依据地质疑我的判断，不要盲从、不要奉承。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0565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041648"/>
            <a:ext cx="4983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每个回答先自己挑一遍毛病，确认没问题再给我。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46520" y="1005840"/>
            <a:ext cx="224028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29400" y="1188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贴到 ChatGPT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629400" y="16459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设置 → 个性化 → 自定义指令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46520" y="2834640"/>
            <a:ext cx="2240280" cy="1691640"/>
          </a:xfrm>
          <a:prstGeom prst="roundRect">
            <a:avLst>
              <a:gd name="adj" fmla="val 648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2940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贴到 Claude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47472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设置 → Instructions for Claude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或「项目」的说明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① 排计划：把一堆事排出先后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用：ChatGPT · 连上 Google 日历（Plus 或以上）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把这周要做的事，一条条发给它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214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让它按轻重缓急排出顺序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连上日历，让它看你哪天有空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确认后，把安排放进日历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跟它说清楚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645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每件事的截止时间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大概要花多久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哪些必须你本人做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3840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它排的是建议，最后由你拍板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② 整理邮箱：先分类，再起草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用：ChatGPT · 连上 Gmail（Plus 或以上）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在设置里连上 Gmail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214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让它总结未读邮件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分成三类：要回的、要看的、可以不管的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让它起草回复，你看过再发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跟它说清楚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645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看哪段时间的邮件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按什么分类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回复用什么语气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3840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AI 起草的邮件，发出前一定自己看一遍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③ 每日自动汇总：每天早上一份清单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用：ChatGPT · 定时任务（Scheduled）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打开左边栏的「Scheduled」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214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新建一个任务，定在每天早上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写清要汇总什么：日程、要回的邮件、待办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打开通知，每天早上收到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跟它说清楚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645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几点发给你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从哪里汇总（日历、邮箱）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汇总成几条、多长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3840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免费版每天最多一次，时间不精确；付费版可以定准时间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④ 客户分析：看懂你的客人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用：ChatGPT · 上传表格（Excel 或 CSV）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从收银或订单系统导出客户表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214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先删掉姓名、电话、身份证号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上传给 ChatGPT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让它找出回头客、很久没来的、买得最多的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跟它说清楚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645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你想回答哪个生意问题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看哪段时间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结果要表格还是要点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3840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结论里的数字，挑几条回原表核对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⑤ 行业知识库：把经验存起来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572000" cy="347472"/>
          </a:xfrm>
          <a:prstGeom prst="rect">
            <a:avLst/>
          </a:prstGeom>
          <a:solidFill>
            <a:schemeClr val="bg2"/>
          </a:solidFill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用：Claude · 项目（Projects）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554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4630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 Claude 新建一个「项目」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212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121408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上传价目表、常见问题、产品资料、经验笔记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871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77977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在项目说明里，贴上你的规矩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29584"/>
            <a:ext cx="438912" cy="43891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5295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4381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回客人、教新员工，都在这个项目里问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12080" y="96012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跟它说清楚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164592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资料要最新，旧的删掉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每份资料写清是什么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常被问的问题先放进去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12080" y="3840480"/>
            <a:ext cx="3474720" cy="73152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94960" y="38404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知识库越用越值钱：老员工的经验，变成店里的资产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隐私和安全（新加坡 PDPA）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52144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234440"/>
            <a:ext cx="164592" cy="1645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10515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上传前删掉客户姓名、电话、身份证号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73352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773936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85623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67335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关掉「用你的数据训练模型」：ChatGPT 设置 → Data controls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295144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94360" y="2395728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478024"/>
            <a:ext cx="164592" cy="16459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229514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客户资料传给 AI，等于传到海外，先确认能不能传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57200" y="2916936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94360" y="3017520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099816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51560" y="2916936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给的数字、价格、承诺，发出去前自己核对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538728"/>
            <a:ext cx="8229600" cy="530352"/>
          </a:xfrm>
          <a:prstGeom prst="roundRect">
            <a:avLst>
              <a:gd name="adj" fmla="val 2069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94360" y="3639312"/>
            <a:ext cx="329184" cy="32918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72160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51560" y="353872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做的营销内容，标明是 AI 生成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做营销内容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文案、活动方案、社媒帖子：用今天学的方法让 ChatGPT 写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宣传图片：ChatGPT 也能直接生成图片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697480"/>
            <a:ext cx="8229600" cy="1874520"/>
          </a:xfrm>
          <a:prstGeom prst="roundRect">
            <a:avLst>
              <a:gd name="adj" fmla="val 585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9718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31318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9260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要做 15 秒营销视频或海报？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3383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ThinkNova：写几句话或传一张产品图就能生成，不用拍、不用剪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3931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thinknova.top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个人自动流 vs 企业自动化工作流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3258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46761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个人自动流（今天学的）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一个人用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连自己的邮箱、日历、资料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出了错自己能发现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146761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2588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企业自动化工作流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4884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多个人、多个部门一起用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串起订单、库存、客服、财务系统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要管权限、要稳定运行、要保护数据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企业自动化工作流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交给专业团队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我们提供 AI 解决方案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回去第一周，做这四件事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66878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贴上规矩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六条规矩贴进自定义指令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8318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5750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6687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5750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连上邮箱日历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285750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在设置里连 Gmail 和日历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70916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983480" y="150876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0" y="16687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98348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设每日汇总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98348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每天早上自动收到清单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35140" y="1234440"/>
            <a:ext cx="1851660" cy="274320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09460" y="15087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6687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09460" y="2331720"/>
            <a:ext cx="13030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建一个知识库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7109460" y="3017520"/>
            <a:ext cx="1303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先放价目表和常见问题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谢谢！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答疑时间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246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thinknova.top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inkNova AI Course">
  <a:themeElements>
    <a:clrScheme name="ThinkNova AI Course">
      <a:dk1>
        <a:srgbClr val="1C1D3A"/>
      </a:dk1>
      <a:lt1>
        <a:srgbClr val="FFFFFF"/>
      </a:lt1>
      <a:dk2>
        <a:srgbClr val="4A4E73"/>
      </a:dk2>
      <a:lt2>
        <a:srgbClr val="F1F0FA"/>
      </a:lt2>
      <a:accent1>
        <a:srgbClr val="FF6A3D"/>
      </a:accent1>
      <a:accent2>
        <a:srgbClr val="5048E5"/>
      </a:accent2>
      <a:accent3>
        <a:srgbClr val="12A594"/>
      </a:accent3>
      <a:accent4>
        <a:srgbClr val="F2B33D"/>
      </a:accent4>
      <a:accent5>
        <a:srgbClr val="B9B6E8"/>
      </a:accent5>
      <a:accent6>
        <a:srgbClr val="E5484D"/>
      </a:accent6>
      <a:hlink>
        <a:srgbClr val="5048E5"/>
      </a:hlink>
      <a:folHlink>
        <a:srgbClr val="8A84E8"/>
      </a:folHlink>
    </a:clrScheme>
    <a:fontScheme name="ThinkNova AI Cour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ThinkNova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实战课（完整版）</dc:title>
  <dc:subject>PptxGenJS Presentation</dc:subject>
  <dc:creator>ThinkNova</dc:creator>
  <cp:lastModifiedBy>ThinkNova</cp:lastModifiedBy>
  <cp:revision>1</cp:revision>
  <dcterms:created xsi:type="dcterms:W3CDTF">2026-10-13T16:53:01Z</dcterms:created>
  <dcterms:modified xsi:type="dcterms:W3CDTF">2026-10-13T16:53:01Z</dcterms:modified>
</cp:coreProperties>
</file>